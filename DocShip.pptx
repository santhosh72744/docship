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650" b="1" i="0">
                <a:solidFill>
                  <a:srgbClr val="44417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0" b="1" i="0">
                <a:solidFill>
                  <a:srgbClr val="7C79A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650" b="1" i="0">
                <a:solidFill>
                  <a:srgbClr val="44417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0" b="1" i="0">
                <a:solidFill>
                  <a:srgbClr val="7C79A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650" b="1" i="0">
                <a:solidFill>
                  <a:srgbClr val="44417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7007" y="1770888"/>
            <a:ext cx="15983711" cy="653186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650" b="1" i="0">
                <a:solidFill>
                  <a:srgbClr val="44417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01713" y="118401"/>
            <a:ext cx="14284573" cy="1551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650" b="1" i="0">
                <a:solidFill>
                  <a:srgbClr val="44417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22685" y="2832743"/>
            <a:ext cx="15721965" cy="5347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0" b="1" i="0">
                <a:solidFill>
                  <a:srgbClr val="7C79A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://www.linkedin.com/in/santhosh-kumar-232445250/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santhosh.72744@gmail.com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9639" y="2014191"/>
            <a:ext cx="14239240" cy="49002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950" spc="-2660">
                <a:solidFill>
                  <a:srgbClr val="7C79AB"/>
                </a:solidFill>
              </a:rPr>
              <a:t>DocShip</a:t>
            </a:r>
            <a:endParaRPr sz="31950"/>
          </a:p>
        </p:txBody>
      </p:sp>
      <p:sp>
        <p:nvSpPr>
          <p:cNvPr id="3" name="object 3" descr=""/>
          <p:cNvSpPr txBox="1"/>
          <p:nvPr/>
        </p:nvSpPr>
        <p:spPr>
          <a:xfrm>
            <a:off x="13172112" y="9239884"/>
            <a:ext cx="4926330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7C79AB"/>
                </a:solidFill>
                <a:latin typeface="Lucida Sans Unicode"/>
                <a:cs typeface="Lucida Sans Unicode"/>
              </a:rPr>
              <a:t>GitHub</a:t>
            </a:r>
            <a:r>
              <a:rPr dirty="0" sz="1200" spc="-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7C79AB"/>
                </a:solidFill>
                <a:latin typeface="Lucida Sans Unicode"/>
                <a:cs typeface="Lucida Sans Unicode"/>
              </a:rPr>
              <a:t>Repo:</a:t>
            </a:r>
            <a:r>
              <a:rPr dirty="0" sz="1200" spc="-5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0">
                <a:solidFill>
                  <a:srgbClr val="7C79AB"/>
                </a:solidFill>
                <a:latin typeface="Lucida Sans Unicode"/>
                <a:cs typeface="Lucida Sans Unicode"/>
              </a:rPr>
              <a:t>https://github.com/santhosh72744/DocShip</a:t>
            </a:r>
            <a:endParaRPr sz="1200">
              <a:latin typeface="Lucida Sans Unicode"/>
              <a:cs typeface="Lucida Sans Unicode"/>
            </a:endParaRPr>
          </a:p>
          <a:p>
            <a:pPr algn="r" marR="5080">
              <a:lnSpc>
                <a:spcPct val="100000"/>
              </a:lnSpc>
              <a:spcBef>
                <a:spcPts val="1620"/>
              </a:spcBef>
            </a:pPr>
            <a:r>
              <a:rPr dirty="0" sz="1200" spc="-20">
                <a:solidFill>
                  <a:srgbClr val="7C79AB"/>
                </a:solidFill>
                <a:latin typeface="Lucida Sans Unicode"/>
                <a:cs typeface="Lucida Sans Unicode"/>
              </a:rPr>
              <a:t>LinkedIn:</a:t>
            </a:r>
            <a:r>
              <a:rPr dirty="0" sz="1200" spc="18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45">
                <a:solidFill>
                  <a:srgbClr val="7C79AB"/>
                </a:solidFill>
                <a:latin typeface="Lucida Sans Unicode"/>
                <a:cs typeface="Lucida Sans Unicode"/>
              </a:rPr>
              <a:t>https://</a:t>
            </a:r>
            <a:r>
              <a:rPr dirty="0" sz="1200" spc="-45">
                <a:solidFill>
                  <a:srgbClr val="7C79AB"/>
                </a:solidFill>
                <a:latin typeface="Lucida Sans Unicode"/>
                <a:cs typeface="Lucida Sans Unicode"/>
                <a:hlinkClick r:id="rId2"/>
              </a:rPr>
              <a:t>www.linkedin.com/in/santhosh-</a:t>
            </a:r>
            <a:r>
              <a:rPr dirty="0" sz="1200" spc="-90">
                <a:solidFill>
                  <a:srgbClr val="7C79AB"/>
                </a:solidFill>
                <a:latin typeface="Lucida Sans Unicode"/>
                <a:cs typeface="Lucida Sans Unicode"/>
                <a:hlinkClick r:id="rId2"/>
              </a:rPr>
              <a:t>kumar-</a:t>
            </a:r>
            <a:r>
              <a:rPr dirty="0" sz="1200" spc="-50">
                <a:solidFill>
                  <a:srgbClr val="7C79AB"/>
                </a:solidFill>
                <a:latin typeface="Lucida Sans Unicode"/>
                <a:cs typeface="Lucida Sans Unicode"/>
                <a:hlinkClick r:id="rId2"/>
              </a:rPr>
              <a:t>232445250/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720" y="2616"/>
            <a:ext cx="2644775" cy="2609215"/>
          </a:xfrm>
          <a:custGeom>
            <a:avLst/>
            <a:gdLst/>
            <a:ahLst/>
            <a:cxnLst/>
            <a:rect l="l" t="t" r="r" b="b"/>
            <a:pathLst>
              <a:path w="2644775" h="2609215">
                <a:moveTo>
                  <a:pt x="0" y="0"/>
                </a:moveTo>
                <a:lnTo>
                  <a:pt x="2644229" y="0"/>
                </a:lnTo>
                <a:lnTo>
                  <a:pt x="2644229" y="3665"/>
                </a:lnTo>
                <a:lnTo>
                  <a:pt x="0" y="2608983"/>
                </a:lnTo>
                <a:lnTo>
                  <a:pt x="0" y="0"/>
                </a:lnTo>
                <a:close/>
              </a:path>
            </a:pathLst>
          </a:custGeom>
          <a:solidFill>
            <a:srgbClr val="7C79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6109" rIns="0" bIns="0" rtlCol="0" vert="horz">
            <a:spAutoFit/>
          </a:bodyPr>
          <a:lstStyle/>
          <a:p>
            <a:pPr marL="2592705">
              <a:lnSpc>
                <a:spcPct val="100000"/>
              </a:lnSpc>
              <a:spcBef>
                <a:spcPts val="125"/>
              </a:spcBef>
            </a:pPr>
            <a:r>
              <a:rPr dirty="0" sz="8800" spc="-530">
                <a:solidFill>
                  <a:srgbClr val="7C79AB"/>
                </a:solidFill>
              </a:rPr>
              <a:t>Welcome</a:t>
            </a:r>
            <a:r>
              <a:rPr dirty="0" sz="8800" spc="110">
                <a:solidFill>
                  <a:srgbClr val="7C79AB"/>
                </a:solidFill>
              </a:rPr>
              <a:t> </a:t>
            </a:r>
            <a:r>
              <a:rPr dirty="0" sz="8800" spc="-565">
                <a:solidFill>
                  <a:srgbClr val="7C79AB"/>
                </a:solidFill>
              </a:rPr>
              <a:t>to</a:t>
            </a:r>
            <a:r>
              <a:rPr dirty="0" sz="8800" spc="110">
                <a:solidFill>
                  <a:srgbClr val="7C79AB"/>
                </a:solidFill>
              </a:rPr>
              <a:t> </a:t>
            </a:r>
            <a:r>
              <a:rPr dirty="0" sz="8800" spc="-735">
                <a:solidFill>
                  <a:srgbClr val="7C79AB"/>
                </a:solidFill>
              </a:rPr>
              <a:t>DocShip</a:t>
            </a:r>
            <a:endParaRPr sz="8800"/>
          </a:p>
        </p:txBody>
      </p:sp>
      <p:grpSp>
        <p:nvGrpSpPr>
          <p:cNvPr id="4" name="object 4" descr=""/>
          <p:cNvGrpSpPr/>
          <p:nvPr/>
        </p:nvGrpSpPr>
        <p:grpSpPr>
          <a:xfrm>
            <a:off x="1172542" y="3058136"/>
            <a:ext cx="17115790" cy="7228205"/>
            <a:chOff x="1172542" y="3058136"/>
            <a:chExt cx="17115790" cy="7228205"/>
          </a:xfrm>
        </p:grpSpPr>
        <p:sp>
          <p:nvSpPr>
            <p:cNvPr id="5" name="object 5" descr=""/>
            <p:cNvSpPr/>
            <p:nvPr/>
          </p:nvSpPr>
          <p:spPr>
            <a:xfrm>
              <a:off x="17361675" y="9373448"/>
              <a:ext cx="926465" cy="913130"/>
            </a:xfrm>
            <a:custGeom>
              <a:avLst/>
              <a:gdLst/>
              <a:ahLst/>
              <a:cxnLst/>
              <a:rect l="l" t="t" r="r" b="b"/>
              <a:pathLst>
                <a:path w="926465" h="913129">
                  <a:moveTo>
                    <a:pt x="926183" y="912554"/>
                  </a:moveTo>
                  <a:lnTo>
                    <a:pt x="0" y="912554"/>
                  </a:lnTo>
                  <a:lnTo>
                    <a:pt x="926183" y="0"/>
                  </a:lnTo>
                  <a:lnTo>
                    <a:pt x="926183" y="912554"/>
                  </a:lnTo>
                  <a:close/>
                </a:path>
              </a:pathLst>
            </a:custGeom>
            <a:solidFill>
              <a:srgbClr val="7C79A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7484" y="3058136"/>
              <a:ext cx="152400" cy="15239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96752" y="4641571"/>
              <a:ext cx="152400" cy="15239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5642" y="6225005"/>
              <a:ext cx="152400" cy="15239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2542" y="7862252"/>
              <a:ext cx="152400" cy="152399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254635">
              <a:lnSpc>
                <a:spcPct val="100000"/>
              </a:lnSpc>
              <a:spcBef>
                <a:spcPts val="100"/>
              </a:spcBef>
            </a:pPr>
            <a:r>
              <a:rPr dirty="0" sz="3400" b="0">
                <a:latin typeface="Lucida Sans Unicode"/>
                <a:cs typeface="Lucida Sans Unicode"/>
              </a:rPr>
              <a:t>DocShip</a:t>
            </a:r>
            <a:r>
              <a:rPr dirty="0" sz="3400" spc="-155" b="0">
                <a:latin typeface="Lucida Sans Unicode"/>
                <a:cs typeface="Lucida Sans Unicode"/>
              </a:rPr>
              <a:t> </a:t>
            </a:r>
            <a:r>
              <a:rPr dirty="0" sz="3400" spc="-80" b="0">
                <a:latin typeface="Lucida Sans Unicode"/>
                <a:cs typeface="Lucida Sans Unicode"/>
              </a:rPr>
              <a:t>is</a:t>
            </a:r>
            <a:r>
              <a:rPr dirty="0" sz="3400" spc="-150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a</a:t>
            </a:r>
            <a:r>
              <a:rPr dirty="0" sz="3400" spc="-155" b="0">
                <a:latin typeface="Lucida Sans Unicode"/>
                <a:cs typeface="Lucida Sans Unicode"/>
              </a:rPr>
              <a:t> </a:t>
            </a:r>
            <a:r>
              <a:rPr dirty="0" sz="3400" spc="-25" b="0">
                <a:latin typeface="Lucida Sans Unicode"/>
                <a:cs typeface="Lucida Sans Unicode"/>
              </a:rPr>
              <a:t>simple</a:t>
            </a:r>
            <a:r>
              <a:rPr dirty="0" sz="3400" spc="-150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and</a:t>
            </a:r>
            <a:r>
              <a:rPr dirty="0" sz="3400" spc="-155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reliable</a:t>
            </a:r>
            <a:r>
              <a:rPr dirty="0" sz="3400" spc="-150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international</a:t>
            </a:r>
            <a:r>
              <a:rPr dirty="0" sz="3400" spc="-155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document</a:t>
            </a:r>
            <a:r>
              <a:rPr dirty="0" sz="3400" spc="-150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delivery</a:t>
            </a:r>
            <a:r>
              <a:rPr dirty="0" sz="3400" spc="-155" b="0">
                <a:latin typeface="Lucida Sans Unicode"/>
                <a:cs typeface="Lucida Sans Unicode"/>
              </a:rPr>
              <a:t> </a:t>
            </a:r>
            <a:r>
              <a:rPr dirty="0" sz="3400" spc="-10" b="0">
                <a:latin typeface="Lucida Sans Unicode"/>
                <a:cs typeface="Lucida Sans Unicode"/>
              </a:rPr>
              <a:t>platform.</a:t>
            </a:r>
            <a:endParaRPr sz="3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160"/>
              </a:spcBef>
            </a:pPr>
            <a:endParaRPr sz="3400">
              <a:latin typeface="Lucida Sans Unicode"/>
              <a:cs typeface="Lucida Sans Unicode"/>
            </a:endParaRPr>
          </a:p>
          <a:p>
            <a:pPr algn="ctr" marL="254635">
              <a:lnSpc>
                <a:spcPct val="100000"/>
              </a:lnSpc>
            </a:pPr>
            <a:r>
              <a:rPr dirty="0" sz="3400" spc="75" b="0">
                <a:latin typeface="Lucida Sans Unicode"/>
                <a:cs typeface="Lucida Sans Unicode"/>
              </a:rPr>
              <a:t>It</a:t>
            </a:r>
            <a:r>
              <a:rPr dirty="0" sz="3400" spc="-185" b="0">
                <a:latin typeface="Lucida Sans Unicode"/>
                <a:cs typeface="Lucida Sans Unicode"/>
              </a:rPr>
              <a:t> </a:t>
            </a:r>
            <a:r>
              <a:rPr dirty="0" sz="3400" spc="-80" b="0">
                <a:latin typeface="Lucida Sans Unicode"/>
                <a:cs typeface="Lucida Sans Unicode"/>
              </a:rPr>
              <a:t>is</a:t>
            </a:r>
            <a:r>
              <a:rPr dirty="0" sz="3400" spc="-180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specially</a:t>
            </a:r>
            <a:r>
              <a:rPr dirty="0" sz="3400" spc="-180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made</a:t>
            </a:r>
            <a:r>
              <a:rPr dirty="0" sz="3400" spc="-185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for</a:t>
            </a:r>
            <a:r>
              <a:rPr dirty="0" sz="3400" spc="-180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people</a:t>
            </a:r>
            <a:r>
              <a:rPr dirty="0" sz="3400" spc="-180" b="0">
                <a:latin typeface="Lucida Sans Unicode"/>
                <a:cs typeface="Lucida Sans Unicode"/>
              </a:rPr>
              <a:t> </a:t>
            </a:r>
            <a:r>
              <a:rPr dirty="0" sz="3400" spc="-60" b="0">
                <a:latin typeface="Lucida Sans Unicode"/>
                <a:cs typeface="Lucida Sans Unicode"/>
              </a:rPr>
              <a:t>sending</a:t>
            </a:r>
            <a:r>
              <a:rPr dirty="0" sz="3400" spc="-180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documents</a:t>
            </a:r>
            <a:r>
              <a:rPr dirty="0" sz="3400" spc="-185" b="0">
                <a:latin typeface="Lucida Sans Unicode"/>
                <a:cs typeface="Lucida Sans Unicode"/>
              </a:rPr>
              <a:t> </a:t>
            </a:r>
            <a:r>
              <a:rPr dirty="0" sz="3400" spc="-20" b="0">
                <a:latin typeface="Lucida Sans Unicode"/>
                <a:cs typeface="Lucida Sans Unicode"/>
              </a:rPr>
              <a:t>from</a:t>
            </a:r>
            <a:r>
              <a:rPr dirty="0" sz="3400" spc="-180" b="0">
                <a:latin typeface="Lucida Sans Unicode"/>
                <a:cs typeface="Lucida Sans Unicode"/>
              </a:rPr>
              <a:t> </a:t>
            </a:r>
            <a:r>
              <a:rPr dirty="0" sz="3400" spc="95" b="0">
                <a:latin typeface="Lucida Sans Unicode"/>
                <a:cs typeface="Lucida Sans Unicode"/>
              </a:rPr>
              <a:t>USA</a:t>
            </a:r>
            <a:r>
              <a:rPr dirty="0" sz="3400" spc="-180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to</a:t>
            </a:r>
            <a:r>
              <a:rPr dirty="0" sz="3400" spc="-185" b="0">
                <a:latin typeface="Lucida Sans Unicode"/>
                <a:cs typeface="Lucida Sans Unicode"/>
              </a:rPr>
              <a:t> </a:t>
            </a:r>
            <a:r>
              <a:rPr dirty="0" sz="3400" spc="-10" b="0">
                <a:latin typeface="Lucida Sans Unicode"/>
                <a:cs typeface="Lucida Sans Unicode"/>
              </a:rPr>
              <a:t>India.</a:t>
            </a:r>
            <a:endParaRPr sz="3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165"/>
              </a:spcBef>
            </a:pPr>
            <a:endParaRPr sz="3400">
              <a:latin typeface="Lucida Sans Unicode"/>
              <a:cs typeface="Lucida Sans Unicode"/>
            </a:endParaRPr>
          </a:p>
          <a:p>
            <a:pPr algn="ctr" marL="254635">
              <a:lnSpc>
                <a:spcPct val="100000"/>
              </a:lnSpc>
            </a:pPr>
            <a:r>
              <a:rPr dirty="0" sz="3400" spc="105" b="0">
                <a:latin typeface="Lucida Sans Unicode"/>
                <a:cs typeface="Lucida Sans Unicode"/>
              </a:rPr>
              <a:t>We</a:t>
            </a:r>
            <a:r>
              <a:rPr dirty="0" sz="3400" spc="-200" b="0">
                <a:latin typeface="Lucida Sans Unicode"/>
                <a:cs typeface="Lucida Sans Unicode"/>
              </a:rPr>
              <a:t> </a:t>
            </a:r>
            <a:r>
              <a:rPr dirty="0" sz="3400" spc="-90" b="0">
                <a:latin typeface="Lucida Sans Unicode"/>
                <a:cs typeface="Lucida Sans Unicode"/>
              </a:rPr>
              <a:t>make</a:t>
            </a:r>
            <a:r>
              <a:rPr dirty="0" sz="3400" spc="-195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the</a:t>
            </a:r>
            <a:r>
              <a:rPr dirty="0" sz="3400" spc="-200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process</a:t>
            </a:r>
            <a:r>
              <a:rPr dirty="0" sz="3400" spc="-195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easy</a:t>
            </a:r>
            <a:r>
              <a:rPr dirty="0" sz="3400" spc="-200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and</a:t>
            </a:r>
            <a:r>
              <a:rPr dirty="0" sz="3400" spc="-195" b="0">
                <a:latin typeface="Lucida Sans Unicode"/>
                <a:cs typeface="Lucida Sans Unicode"/>
              </a:rPr>
              <a:t> </a:t>
            </a:r>
            <a:r>
              <a:rPr dirty="0" sz="3400" spc="-10" b="0">
                <a:latin typeface="Lucida Sans Unicode"/>
                <a:cs typeface="Lucida Sans Unicode"/>
              </a:rPr>
              <a:t>stress</a:t>
            </a:r>
            <a:r>
              <a:rPr dirty="0" sz="3400" spc="-200" b="0">
                <a:latin typeface="Lucida Sans Unicode"/>
                <a:cs typeface="Lucida Sans Unicode"/>
              </a:rPr>
              <a:t> </a:t>
            </a:r>
            <a:r>
              <a:rPr dirty="0" sz="3400" spc="-10" b="0">
                <a:latin typeface="Lucida Sans Unicode"/>
                <a:cs typeface="Lucida Sans Unicode"/>
              </a:rPr>
              <a:t>free.</a:t>
            </a:r>
            <a:endParaRPr sz="3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585"/>
              </a:spcBef>
            </a:pPr>
            <a:endParaRPr sz="3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3400" b="0">
                <a:latin typeface="Lucida Sans Unicode"/>
                <a:cs typeface="Lucida Sans Unicode"/>
              </a:rPr>
              <a:t>Follow</a:t>
            </a:r>
            <a:r>
              <a:rPr dirty="0" sz="3400" spc="-180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these</a:t>
            </a:r>
            <a:r>
              <a:rPr dirty="0" sz="3400" spc="-180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easy</a:t>
            </a:r>
            <a:r>
              <a:rPr dirty="0" sz="3400" spc="-175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steps</a:t>
            </a:r>
            <a:r>
              <a:rPr dirty="0" sz="3400" spc="-180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to</a:t>
            </a:r>
            <a:r>
              <a:rPr dirty="0" sz="3400" spc="-175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complete</a:t>
            </a:r>
            <a:r>
              <a:rPr dirty="0" sz="3400" spc="-180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your</a:t>
            </a:r>
            <a:r>
              <a:rPr dirty="0" sz="3400" spc="-175" b="0">
                <a:latin typeface="Lucida Sans Unicode"/>
                <a:cs typeface="Lucida Sans Unicode"/>
              </a:rPr>
              <a:t> </a:t>
            </a:r>
            <a:r>
              <a:rPr dirty="0" sz="3400" spc="-10" b="0">
                <a:latin typeface="Lucida Sans Unicode"/>
                <a:cs typeface="Lucida Sans Unicode"/>
              </a:rPr>
              <a:t>shipment</a:t>
            </a:r>
            <a:r>
              <a:rPr dirty="0" sz="3400" spc="-180" b="0">
                <a:latin typeface="Lucida Sans Unicode"/>
                <a:cs typeface="Lucida Sans Unicode"/>
              </a:rPr>
              <a:t> </a:t>
            </a:r>
            <a:r>
              <a:rPr dirty="0" sz="3400" spc="-55" b="0">
                <a:latin typeface="Lucida Sans Unicode"/>
                <a:cs typeface="Lucida Sans Unicode"/>
              </a:rPr>
              <a:t>in</a:t>
            </a:r>
            <a:r>
              <a:rPr dirty="0" sz="3400" spc="-175" b="0">
                <a:latin typeface="Lucida Sans Unicode"/>
                <a:cs typeface="Lucida Sans Unicode"/>
              </a:rPr>
              <a:t> </a:t>
            </a:r>
            <a:r>
              <a:rPr dirty="0" sz="3400" spc="-35" b="0">
                <a:latin typeface="Lucida Sans Unicode"/>
                <a:cs typeface="Lucida Sans Unicode"/>
              </a:rPr>
              <a:t>just</a:t>
            </a:r>
            <a:r>
              <a:rPr dirty="0" sz="3400" spc="-180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a</a:t>
            </a:r>
            <a:r>
              <a:rPr dirty="0" sz="3400" spc="-175" b="0">
                <a:latin typeface="Lucida Sans Unicode"/>
                <a:cs typeface="Lucida Sans Unicode"/>
              </a:rPr>
              <a:t> </a:t>
            </a:r>
            <a:r>
              <a:rPr dirty="0" sz="3400" b="0">
                <a:latin typeface="Lucida Sans Unicode"/>
                <a:cs typeface="Lucida Sans Unicode"/>
              </a:rPr>
              <a:t>few</a:t>
            </a:r>
            <a:r>
              <a:rPr dirty="0" sz="3400" spc="-180" b="0">
                <a:latin typeface="Lucida Sans Unicode"/>
                <a:cs typeface="Lucida Sans Unicode"/>
              </a:rPr>
              <a:t> </a:t>
            </a:r>
            <a:r>
              <a:rPr dirty="0" sz="3400" spc="-10" b="0">
                <a:latin typeface="Lucida Sans Unicode"/>
                <a:cs typeface="Lucida Sans Unicode"/>
              </a:rPr>
              <a:t>minutes.</a:t>
            </a:r>
            <a:endParaRPr sz="3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16277032" y="2085"/>
              <a:ext cx="2011045" cy="1981835"/>
            </a:xfrm>
            <a:custGeom>
              <a:avLst/>
              <a:gdLst/>
              <a:ahLst/>
              <a:cxnLst/>
              <a:rect l="l" t="t" r="r" b="b"/>
              <a:pathLst>
                <a:path w="2011044" h="1981835">
                  <a:moveTo>
                    <a:pt x="2010967" y="0"/>
                  </a:moveTo>
                  <a:lnTo>
                    <a:pt x="0" y="0"/>
                  </a:lnTo>
                  <a:lnTo>
                    <a:pt x="2010967" y="1981374"/>
                  </a:lnTo>
                  <a:lnTo>
                    <a:pt x="2010967" y="0"/>
                  </a:lnTo>
                  <a:close/>
                </a:path>
              </a:pathLst>
            </a:custGeom>
            <a:solidFill>
              <a:srgbClr val="7C79A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7545" y="1182629"/>
              <a:ext cx="9248774" cy="4610099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78174" y="8411984"/>
            <a:ext cx="443865" cy="1708150"/>
          </a:xfrm>
          <a:prstGeom prst="rect">
            <a:avLst/>
          </a:prstGeom>
        </p:spPr>
        <p:txBody>
          <a:bodyPr wrap="square" lIns="0" tIns="127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2700" spc="-125" b="1">
                <a:solidFill>
                  <a:srgbClr val="7C79AB"/>
                </a:solidFill>
                <a:latin typeface="Verdana"/>
                <a:cs typeface="Verdana"/>
              </a:rPr>
              <a:t>DOCSHIP</a:t>
            </a:r>
            <a:endParaRPr sz="2700">
              <a:latin typeface="Verdana"/>
              <a:cs typeface="Verdan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343024" y="6165220"/>
            <a:ext cx="203835" cy="3389629"/>
            <a:chOff x="1343024" y="6165220"/>
            <a:chExt cx="203835" cy="3389629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3032" y="6165220"/>
              <a:ext cx="123824" cy="12382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3032" y="7018551"/>
              <a:ext cx="123824" cy="12382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3032" y="8273033"/>
              <a:ext cx="123824" cy="12382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024" y="9431019"/>
              <a:ext cx="123824" cy="123824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1642268" y="5965258"/>
            <a:ext cx="15354935" cy="3733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100"/>
              </a:spcBef>
            </a:pPr>
            <a:r>
              <a:rPr dirty="0" sz="2900" spc="-45">
                <a:solidFill>
                  <a:srgbClr val="7C79AB"/>
                </a:solidFill>
                <a:latin typeface="Lucida Sans Unicode"/>
                <a:cs typeface="Lucida Sans Unicode"/>
              </a:rPr>
              <a:t>The</a:t>
            </a:r>
            <a:r>
              <a:rPr dirty="0" sz="2900" spc="-16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55">
                <a:solidFill>
                  <a:srgbClr val="7C79AB"/>
                </a:solidFill>
                <a:latin typeface="Lucida Sans Unicode"/>
                <a:cs typeface="Lucida Sans Unicode"/>
              </a:rPr>
              <a:t>shipping</a:t>
            </a:r>
            <a:r>
              <a:rPr dirty="0" sz="2900" spc="-16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70">
                <a:solidFill>
                  <a:srgbClr val="7C79AB"/>
                </a:solidFill>
                <a:latin typeface="Lucida Sans Unicode"/>
                <a:cs typeface="Lucida Sans Unicode"/>
              </a:rPr>
              <a:t>type</a:t>
            </a:r>
            <a:r>
              <a:rPr dirty="0" sz="2900" spc="-16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and</a:t>
            </a:r>
            <a:r>
              <a:rPr dirty="0" sz="2900" spc="-16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route</a:t>
            </a:r>
            <a:r>
              <a:rPr dirty="0" sz="2900" spc="-16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65">
                <a:solidFill>
                  <a:srgbClr val="7C79AB"/>
                </a:solidFill>
                <a:latin typeface="Lucida Sans Unicode"/>
                <a:cs typeface="Lucida Sans Unicode"/>
              </a:rPr>
              <a:t>is</a:t>
            </a:r>
            <a:r>
              <a:rPr dirty="0" sz="2900" spc="-16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already</a:t>
            </a:r>
            <a:r>
              <a:rPr dirty="0" sz="2900" spc="-16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40">
                <a:solidFill>
                  <a:srgbClr val="7C79AB"/>
                </a:solidFill>
                <a:latin typeface="Lucida Sans Unicode"/>
                <a:cs typeface="Lucida Sans Unicode"/>
              </a:rPr>
              <a:t>pre-</a:t>
            </a:r>
            <a:r>
              <a:rPr dirty="0" sz="2900" spc="-10">
                <a:solidFill>
                  <a:srgbClr val="7C79AB"/>
                </a:solidFill>
                <a:latin typeface="Lucida Sans Unicode"/>
                <a:cs typeface="Lucida Sans Unicode"/>
              </a:rPr>
              <a:t>selected.</a:t>
            </a:r>
            <a:endParaRPr sz="2900">
              <a:latin typeface="Lucida Sans Unicode"/>
              <a:cs typeface="Lucida Sans Unicode"/>
            </a:endParaRPr>
          </a:p>
          <a:p>
            <a:pPr marL="92075" marR="5080">
              <a:lnSpc>
                <a:spcPct val="116399"/>
              </a:lnSpc>
              <a:spcBef>
                <a:spcPts val="2665"/>
              </a:spcBef>
              <a:tabLst>
                <a:tab pos="4358640" algn="l"/>
              </a:tabLst>
            </a:pPr>
            <a:r>
              <a:rPr dirty="0" sz="2900" spc="95">
                <a:solidFill>
                  <a:srgbClr val="7C79AB"/>
                </a:solidFill>
                <a:latin typeface="Lucida Sans Unicode"/>
                <a:cs typeface="Lucida Sans Unicode"/>
              </a:rPr>
              <a:t>So</a:t>
            </a:r>
            <a:r>
              <a:rPr dirty="0" sz="29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the</a:t>
            </a:r>
            <a:r>
              <a:rPr dirty="0" sz="29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7C79AB"/>
                </a:solidFill>
                <a:latin typeface="Lucida Sans Unicode"/>
                <a:cs typeface="Lucida Sans Unicode"/>
              </a:rPr>
              <a:t>user</a:t>
            </a:r>
            <a:r>
              <a:rPr dirty="0" sz="2900" spc="-15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only</a:t>
            </a:r>
            <a:r>
              <a:rPr dirty="0" sz="29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7C79AB"/>
                </a:solidFill>
                <a:latin typeface="Lucida Sans Unicode"/>
                <a:cs typeface="Lucida Sans Unicode"/>
              </a:rPr>
              <a:t>enters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	their</a:t>
            </a:r>
            <a:r>
              <a:rPr dirty="0" sz="2900" spc="-14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50">
                <a:solidFill>
                  <a:srgbClr val="7C79AB"/>
                </a:solidFill>
                <a:latin typeface="Lucida Sans Unicode"/>
                <a:cs typeface="Lucida Sans Unicode"/>
              </a:rPr>
              <a:t>ZIP</a:t>
            </a:r>
            <a:r>
              <a:rPr dirty="0" sz="2900" spc="-14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code</a:t>
            </a:r>
            <a:r>
              <a:rPr dirty="0" sz="2900" spc="-14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and</a:t>
            </a:r>
            <a:r>
              <a:rPr dirty="0" sz="2900" spc="-14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114">
                <a:solidFill>
                  <a:srgbClr val="7C79AB"/>
                </a:solidFill>
                <a:latin typeface="Lucida Sans Unicode"/>
                <a:cs typeface="Lucida Sans Unicode"/>
              </a:rPr>
              <a:t>PIN</a:t>
            </a:r>
            <a:r>
              <a:rPr dirty="0" sz="2900" spc="-14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code</a:t>
            </a:r>
            <a:r>
              <a:rPr dirty="0" sz="2900" spc="-14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and</a:t>
            </a:r>
            <a:r>
              <a:rPr dirty="0" sz="2900" spc="-14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selects</a:t>
            </a:r>
            <a:r>
              <a:rPr dirty="0" sz="2900" spc="-14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a</a:t>
            </a:r>
            <a:r>
              <a:rPr dirty="0" sz="2900" spc="-14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courier</a:t>
            </a:r>
            <a:r>
              <a:rPr dirty="0" sz="2900" spc="-14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80">
                <a:solidFill>
                  <a:srgbClr val="7C79AB"/>
                </a:solidFill>
                <a:latin typeface="Lucida Sans Unicode"/>
                <a:cs typeface="Lucida Sans Unicode"/>
              </a:rPr>
              <a:t>like</a:t>
            </a:r>
            <a:r>
              <a:rPr dirty="0" sz="2900" spc="-14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0">
                <a:solidFill>
                  <a:srgbClr val="7C79AB"/>
                </a:solidFill>
                <a:latin typeface="Lucida Sans Unicode"/>
                <a:cs typeface="Lucida Sans Unicode"/>
              </a:rPr>
              <a:t>FedEx</a:t>
            </a:r>
            <a:r>
              <a:rPr dirty="0" sz="2900" spc="-14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5">
                <a:solidFill>
                  <a:srgbClr val="7C79AB"/>
                </a:solidFill>
                <a:latin typeface="Lucida Sans Unicode"/>
                <a:cs typeface="Lucida Sans Unicode"/>
              </a:rPr>
              <a:t>or </a:t>
            </a:r>
            <a:r>
              <a:rPr dirty="0" sz="2900" spc="75">
                <a:solidFill>
                  <a:srgbClr val="7C79AB"/>
                </a:solidFill>
                <a:latin typeface="Lucida Sans Unicode"/>
                <a:cs typeface="Lucida Sans Unicode"/>
              </a:rPr>
              <a:t>UPS.</a:t>
            </a:r>
            <a:endParaRPr sz="2900">
              <a:latin typeface="Lucida Sans Unicode"/>
              <a:cs typeface="Lucida Sans Unicode"/>
            </a:endParaRPr>
          </a:p>
          <a:p>
            <a:pPr marL="92075" marR="238125">
              <a:lnSpc>
                <a:spcPct val="116399"/>
              </a:lnSpc>
              <a:spcBef>
                <a:spcPts val="1780"/>
              </a:spcBef>
            </a:pPr>
            <a:r>
              <a:rPr dirty="0" sz="2900" spc="50">
                <a:solidFill>
                  <a:srgbClr val="7C79AB"/>
                </a:solidFill>
                <a:latin typeface="Lucida Sans Unicode"/>
                <a:cs typeface="Lucida Sans Unicode"/>
              </a:rPr>
              <a:t>ZIP</a:t>
            </a:r>
            <a:r>
              <a:rPr dirty="0" sz="2900" spc="-18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0">
                <a:solidFill>
                  <a:srgbClr val="7C79AB"/>
                </a:solidFill>
                <a:latin typeface="Lucida Sans Unicode"/>
                <a:cs typeface="Lucida Sans Unicode"/>
              </a:rPr>
              <a:t>must</a:t>
            </a:r>
            <a:r>
              <a:rPr dirty="0" sz="29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be</a:t>
            </a:r>
            <a:r>
              <a:rPr dirty="0" sz="29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exactly</a:t>
            </a:r>
            <a:r>
              <a:rPr dirty="0" sz="29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five</a:t>
            </a:r>
            <a:r>
              <a:rPr dirty="0" sz="29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50">
                <a:solidFill>
                  <a:srgbClr val="7C79AB"/>
                </a:solidFill>
                <a:latin typeface="Lucida Sans Unicode"/>
                <a:cs typeface="Lucida Sans Unicode"/>
              </a:rPr>
              <a:t>digits</a:t>
            </a:r>
            <a:r>
              <a:rPr dirty="0" sz="29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and</a:t>
            </a:r>
            <a:r>
              <a:rPr dirty="0" sz="29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114">
                <a:solidFill>
                  <a:srgbClr val="7C79AB"/>
                </a:solidFill>
                <a:latin typeface="Lucida Sans Unicode"/>
                <a:cs typeface="Lucida Sans Unicode"/>
              </a:rPr>
              <a:t>PIN</a:t>
            </a:r>
            <a:r>
              <a:rPr dirty="0" sz="29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0">
                <a:solidFill>
                  <a:srgbClr val="7C79AB"/>
                </a:solidFill>
                <a:latin typeface="Lucida Sans Unicode"/>
                <a:cs typeface="Lucida Sans Unicode"/>
              </a:rPr>
              <a:t>must</a:t>
            </a:r>
            <a:r>
              <a:rPr dirty="0" sz="29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be</a:t>
            </a:r>
            <a:r>
              <a:rPr dirty="0" sz="29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exactly</a:t>
            </a:r>
            <a:r>
              <a:rPr dirty="0" sz="29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50">
                <a:solidFill>
                  <a:srgbClr val="7C79AB"/>
                </a:solidFill>
                <a:latin typeface="Lucida Sans Unicode"/>
                <a:cs typeface="Lucida Sans Unicode"/>
              </a:rPr>
              <a:t>six</a:t>
            </a:r>
            <a:r>
              <a:rPr dirty="0" sz="29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50">
                <a:solidFill>
                  <a:srgbClr val="7C79AB"/>
                </a:solidFill>
                <a:latin typeface="Lucida Sans Unicode"/>
                <a:cs typeface="Lucida Sans Unicode"/>
              </a:rPr>
              <a:t>digits</a:t>
            </a:r>
            <a:r>
              <a:rPr dirty="0" sz="29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and</a:t>
            </a:r>
            <a:r>
              <a:rPr dirty="0" sz="29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0">
                <a:solidFill>
                  <a:srgbClr val="7C79AB"/>
                </a:solidFill>
                <a:latin typeface="Lucida Sans Unicode"/>
                <a:cs typeface="Lucida Sans Unicode"/>
              </a:rPr>
              <a:t>must</a:t>
            </a:r>
            <a:r>
              <a:rPr dirty="0" sz="29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70">
                <a:solidFill>
                  <a:srgbClr val="7C79AB"/>
                </a:solidFill>
                <a:latin typeface="Lucida Sans Unicode"/>
                <a:cs typeface="Lucida Sans Unicode"/>
              </a:rPr>
              <a:t>exist</a:t>
            </a:r>
            <a:r>
              <a:rPr dirty="0" sz="29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45">
                <a:solidFill>
                  <a:srgbClr val="7C79AB"/>
                </a:solidFill>
                <a:latin typeface="Lucida Sans Unicode"/>
                <a:cs typeface="Lucida Sans Unicode"/>
              </a:rPr>
              <a:t>in</a:t>
            </a:r>
            <a:r>
              <a:rPr dirty="0" sz="29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5">
                <a:solidFill>
                  <a:srgbClr val="7C79AB"/>
                </a:solidFill>
                <a:latin typeface="Lucida Sans Unicode"/>
                <a:cs typeface="Lucida Sans Unicode"/>
              </a:rPr>
              <a:t>our </a:t>
            </a:r>
            <a:r>
              <a:rPr dirty="0" sz="2900" spc="-10">
                <a:solidFill>
                  <a:srgbClr val="7C79AB"/>
                </a:solidFill>
                <a:latin typeface="Lucida Sans Unicode"/>
                <a:cs typeface="Lucida Sans Unicode"/>
              </a:rPr>
              <a:t>database.</a:t>
            </a:r>
            <a:endParaRPr sz="2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Users</a:t>
            </a:r>
            <a:r>
              <a:rPr dirty="0" sz="2900" spc="-16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can</a:t>
            </a:r>
            <a:r>
              <a:rPr dirty="0" sz="29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0">
                <a:solidFill>
                  <a:srgbClr val="7C79AB"/>
                </a:solidFill>
                <a:latin typeface="Lucida Sans Unicode"/>
                <a:cs typeface="Lucida Sans Unicode"/>
              </a:rPr>
              <a:t>also</a:t>
            </a:r>
            <a:r>
              <a:rPr dirty="0" sz="29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check</a:t>
            </a:r>
            <a:r>
              <a:rPr dirty="0" sz="29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supported</a:t>
            </a:r>
            <a:r>
              <a:rPr dirty="0" sz="29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114">
                <a:solidFill>
                  <a:srgbClr val="7C79AB"/>
                </a:solidFill>
                <a:latin typeface="Lucida Sans Unicode"/>
                <a:cs typeface="Lucida Sans Unicode"/>
              </a:rPr>
              <a:t>PIN</a:t>
            </a:r>
            <a:r>
              <a:rPr dirty="0" sz="2900" spc="-16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7C79AB"/>
                </a:solidFill>
                <a:latin typeface="Lucida Sans Unicode"/>
                <a:cs typeface="Lucida Sans Unicode"/>
              </a:rPr>
              <a:t>codes</a:t>
            </a:r>
            <a:endParaRPr sz="29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731260">
              <a:lnSpc>
                <a:spcPct val="100000"/>
              </a:lnSpc>
              <a:spcBef>
                <a:spcPts val="100"/>
              </a:spcBef>
            </a:pPr>
            <a:r>
              <a:rPr dirty="0" sz="5200" spc="-330">
                <a:solidFill>
                  <a:srgbClr val="4D4A66"/>
                </a:solidFill>
              </a:rPr>
              <a:t>Shipping</a:t>
            </a:r>
            <a:r>
              <a:rPr dirty="0" sz="5200" spc="90">
                <a:solidFill>
                  <a:srgbClr val="4D4A66"/>
                </a:solidFill>
              </a:rPr>
              <a:t> </a:t>
            </a:r>
            <a:r>
              <a:rPr dirty="0" sz="5200" spc="-415">
                <a:solidFill>
                  <a:srgbClr val="4D4A66"/>
                </a:solidFill>
              </a:rPr>
              <a:t>Estimate</a:t>
            </a:r>
            <a:endParaRPr sz="5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3555" cy="10287000"/>
          </a:xfrm>
          <a:custGeom>
            <a:avLst/>
            <a:gdLst/>
            <a:ahLst/>
            <a:cxnLst/>
            <a:rect l="l" t="t" r="r" b="b"/>
            <a:pathLst>
              <a:path w="18283555" h="10287000">
                <a:moveTo>
                  <a:pt x="18283533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3533" y="0"/>
                </a:lnTo>
                <a:lnTo>
                  <a:pt x="18283533" y="10286999"/>
                </a:lnTo>
                <a:close/>
              </a:path>
            </a:pathLst>
          </a:custGeom>
          <a:solidFill>
            <a:srgbClr val="7C79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6420464" y="1832"/>
            <a:ext cx="1867535" cy="1840230"/>
          </a:xfrm>
          <a:custGeom>
            <a:avLst/>
            <a:gdLst/>
            <a:ahLst/>
            <a:cxnLst/>
            <a:rect l="l" t="t" r="r" b="b"/>
            <a:pathLst>
              <a:path w="1867534" h="1840230">
                <a:moveTo>
                  <a:pt x="1867248" y="0"/>
                </a:moveTo>
                <a:lnTo>
                  <a:pt x="0" y="0"/>
                </a:lnTo>
                <a:lnTo>
                  <a:pt x="1867248" y="1839770"/>
                </a:lnTo>
                <a:lnTo>
                  <a:pt x="1867248" y="0"/>
                </a:lnTo>
                <a:close/>
              </a:path>
            </a:pathLst>
          </a:custGeom>
          <a:solidFill>
            <a:srgbClr val="C7BC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-28574" y="-28574"/>
            <a:ext cx="9568815" cy="10344150"/>
            <a:chOff x="-28574" y="-28574"/>
            <a:chExt cx="9568815" cy="10344150"/>
          </a:xfrm>
        </p:grpSpPr>
        <p:sp>
          <p:nvSpPr>
            <p:cNvPr id="5" name="object 5" descr=""/>
            <p:cNvSpPr/>
            <p:nvPr/>
          </p:nvSpPr>
          <p:spPr>
            <a:xfrm>
              <a:off x="8772538" y="400"/>
              <a:ext cx="371475" cy="366395"/>
            </a:xfrm>
            <a:custGeom>
              <a:avLst/>
              <a:gdLst/>
              <a:ahLst/>
              <a:cxnLst/>
              <a:rect l="l" t="t" r="r" b="b"/>
              <a:pathLst>
                <a:path w="371475" h="366395">
                  <a:moveTo>
                    <a:pt x="0" y="365960"/>
                  </a:moveTo>
                  <a:lnTo>
                    <a:pt x="371425" y="365960"/>
                  </a:lnTo>
                  <a:lnTo>
                    <a:pt x="0" y="0"/>
                  </a:lnTo>
                  <a:lnTo>
                    <a:pt x="0" y="365960"/>
                  </a:lnTo>
                  <a:close/>
                </a:path>
              </a:pathLst>
            </a:custGeom>
            <a:solidFill>
              <a:srgbClr val="7C79A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" y="11430"/>
              <a:ext cx="9488772" cy="1026414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0" y="0"/>
              <a:ext cx="9511665" cy="10287000"/>
            </a:xfrm>
            <a:custGeom>
              <a:avLst/>
              <a:gdLst/>
              <a:ahLst/>
              <a:cxnLst/>
              <a:rect l="l" t="t" r="r" b="b"/>
              <a:pathLst>
                <a:path w="9511665" h="10287000">
                  <a:moveTo>
                    <a:pt x="0" y="0"/>
                  </a:moveTo>
                  <a:lnTo>
                    <a:pt x="0" y="10286999"/>
                  </a:lnTo>
                  <a:lnTo>
                    <a:pt x="9511604" y="10286999"/>
                  </a:lnTo>
                  <a:lnTo>
                    <a:pt x="9511604" y="0"/>
                  </a:lnTo>
                  <a:lnTo>
                    <a:pt x="0" y="0"/>
                  </a:lnTo>
                </a:path>
              </a:pathLst>
            </a:custGeom>
            <a:ln w="57149">
              <a:solidFill>
                <a:srgbClr val="7C79A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2601" rIns="0" bIns="0" rtlCol="0" vert="horz">
            <a:spAutoFit/>
          </a:bodyPr>
          <a:lstStyle/>
          <a:p>
            <a:pPr marL="9243060">
              <a:lnSpc>
                <a:spcPct val="100000"/>
              </a:lnSpc>
              <a:spcBef>
                <a:spcPts val="100"/>
              </a:spcBef>
            </a:pPr>
            <a:r>
              <a:rPr dirty="0" sz="5200" spc="-380">
                <a:solidFill>
                  <a:srgbClr val="FFFFFF"/>
                </a:solidFill>
              </a:rPr>
              <a:t>Shipment</a:t>
            </a:r>
            <a:r>
              <a:rPr dirty="0" sz="5200" spc="75">
                <a:solidFill>
                  <a:srgbClr val="FFFFFF"/>
                </a:solidFill>
              </a:rPr>
              <a:t> </a:t>
            </a:r>
            <a:r>
              <a:rPr dirty="0" sz="5200" spc="-320">
                <a:solidFill>
                  <a:srgbClr val="FFFFFF"/>
                </a:solidFill>
              </a:rPr>
              <a:t>Details</a:t>
            </a:r>
            <a:endParaRPr sz="5200"/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55379" y="2521073"/>
            <a:ext cx="133349" cy="13334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55379" y="4665088"/>
            <a:ext cx="133349" cy="13334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55379" y="5634098"/>
            <a:ext cx="133349" cy="13334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55379" y="6597014"/>
            <a:ext cx="133349" cy="13334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55379" y="8099424"/>
            <a:ext cx="133349" cy="133349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0278585" y="2244206"/>
            <a:ext cx="7821295" cy="6146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100"/>
              </a:spcBef>
            </a:pPr>
            <a:r>
              <a:rPr dirty="0" sz="3100" spc="-100">
                <a:solidFill>
                  <a:srgbClr val="FFFFFF"/>
                </a:solidFill>
                <a:latin typeface="Lucida Sans Unicode"/>
                <a:cs typeface="Lucida Sans Unicode"/>
              </a:rPr>
              <a:t>You</a:t>
            </a:r>
            <a:r>
              <a:rPr dirty="0" sz="31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can</a:t>
            </a:r>
            <a:r>
              <a:rPr dirty="0" sz="31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simply</a:t>
            </a:r>
            <a:r>
              <a:rPr dirty="0" sz="31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paste</a:t>
            </a:r>
            <a:r>
              <a:rPr dirty="0" sz="31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your</a:t>
            </a:r>
            <a:r>
              <a:rPr dirty="0" sz="31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full</a:t>
            </a:r>
            <a:r>
              <a:rPr dirty="0" sz="31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Lucida Sans Unicode"/>
                <a:cs typeface="Lucida Sans Unicode"/>
              </a:rPr>
              <a:t>address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31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50">
                <a:solidFill>
                  <a:srgbClr val="FFFFFF"/>
                </a:solidFill>
                <a:latin typeface="Lucida Sans Unicode"/>
                <a:cs typeface="Lucida Sans Unicode"/>
              </a:rPr>
              <a:t>let</a:t>
            </a:r>
            <a:r>
              <a:rPr dirty="0" sz="31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Lucida Sans Unicode"/>
                <a:cs typeface="Lucida Sans Unicode"/>
              </a:rPr>
              <a:t>DocShip’s</a:t>
            </a:r>
            <a:r>
              <a:rPr dirty="0" sz="31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smart</a:t>
            </a:r>
            <a:r>
              <a:rPr dirty="0" sz="31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Lucida Sans Unicode"/>
                <a:cs typeface="Lucida Sans Unicode"/>
              </a:rPr>
              <a:t>“Address</a:t>
            </a:r>
            <a:r>
              <a:rPr dirty="0" sz="31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75">
                <a:solidFill>
                  <a:srgbClr val="FFFFFF"/>
                </a:solidFill>
                <a:latin typeface="Lucida Sans Unicode"/>
                <a:cs typeface="Lucida Sans Unicode"/>
              </a:rPr>
              <a:t>Parser” </a:t>
            </a:r>
            <a:r>
              <a:rPr dirty="0" sz="3100" spc="-10">
                <a:solidFill>
                  <a:srgbClr val="FFFFFF"/>
                </a:solidFill>
                <a:latin typeface="Lucida Sans Unicode"/>
                <a:cs typeface="Lucida Sans Unicode"/>
              </a:rPr>
              <a:t>fill</a:t>
            </a:r>
            <a:r>
              <a:rPr dirty="0" sz="31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6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31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everything</a:t>
            </a:r>
            <a:r>
              <a:rPr dirty="0" sz="31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Lucida Sans Unicode"/>
                <a:cs typeface="Lucida Sans Unicode"/>
              </a:rPr>
              <a:t>automatically.</a:t>
            </a:r>
            <a:endParaRPr sz="3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610"/>
              </a:spcBef>
            </a:pPr>
            <a:r>
              <a:rPr dirty="0" sz="3100" spc="70">
                <a:solidFill>
                  <a:srgbClr val="FFFFFF"/>
                </a:solidFill>
                <a:latin typeface="Lucida Sans Unicode"/>
                <a:cs typeface="Lucida Sans Unicode"/>
              </a:rPr>
              <a:t>It</a:t>
            </a:r>
            <a:r>
              <a:rPr dirty="0" sz="31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saves</a:t>
            </a:r>
            <a:r>
              <a:rPr dirty="0" sz="31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time</a:t>
            </a:r>
            <a:r>
              <a:rPr dirty="0" sz="31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31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reduces</a:t>
            </a:r>
            <a:r>
              <a:rPr dirty="0" sz="31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Lucida Sans Unicode"/>
                <a:cs typeface="Lucida Sans Unicode"/>
              </a:rPr>
              <a:t>errros.</a:t>
            </a:r>
            <a:endParaRPr sz="3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910"/>
              </a:spcBef>
            </a:pPr>
            <a:r>
              <a:rPr dirty="0" sz="3100" spc="-100">
                <a:solidFill>
                  <a:srgbClr val="FFFFFF"/>
                </a:solidFill>
                <a:latin typeface="Lucida Sans Unicode"/>
                <a:cs typeface="Lucida Sans Unicode"/>
              </a:rPr>
              <a:t>You</a:t>
            </a:r>
            <a:r>
              <a:rPr dirty="0" sz="3100" spc="-1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can</a:t>
            </a:r>
            <a:r>
              <a:rPr dirty="0" sz="3100" spc="-1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Lucida Sans Unicode"/>
                <a:cs typeface="Lucida Sans Unicode"/>
              </a:rPr>
              <a:t>also</a:t>
            </a:r>
            <a:r>
              <a:rPr dirty="0" sz="3100" spc="-1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enter</a:t>
            </a:r>
            <a:r>
              <a:rPr dirty="0" sz="3100" spc="-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3100" spc="-1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details</a:t>
            </a:r>
            <a:r>
              <a:rPr dirty="0" sz="3100" spc="-1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Lucida Sans Unicode"/>
                <a:cs typeface="Lucida Sans Unicode"/>
              </a:rPr>
              <a:t>manually.</a:t>
            </a:r>
            <a:endParaRPr sz="3100">
              <a:latin typeface="Lucida Sans Unicode"/>
              <a:cs typeface="Lucida Sans Unicode"/>
            </a:endParaRPr>
          </a:p>
          <a:p>
            <a:pPr marL="2568575" marR="910590" indent="-2477770">
              <a:lnSpc>
                <a:spcPct val="114900"/>
              </a:lnSpc>
              <a:spcBef>
                <a:spcPts val="3310"/>
              </a:spcBef>
            </a:pPr>
            <a:r>
              <a:rPr dirty="0" sz="3100" spc="60">
                <a:solidFill>
                  <a:srgbClr val="FFFFFF"/>
                </a:solidFill>
                <a:latin typeface="Lucida Sans Unicode"/>
                <a:cs typeface="Lucida Sans Unicode"/>
              </a:rPr>
              <a:t>ZIP</a:t>
            </a:r>
            <a:r>
              <a:rPr dirty="0" sz="310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31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130">
                <a:solidFill>
                  <a:srgbClr val="FFFFFF"/>
                </a:solidFill>
                <a:latin typeface="Lucida Sans Unicode"/>
                <a:cs typeface="Lucida Sans Unicode"/>
              </a:rPr>
              <a:t>PIN</a:t>
            </a:r>
            <a:r>
              <a:rPr dirty="0" sz="310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codes</a:t>
            </a:r>
            <a:r>
              <a:rPr dirty="0" sz="31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are</a:t>
            </a:r>
            <a:r>
              <a:rPr dirty="0" sz="310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Lucida Sans Unicode"/>
                <a:cs typeface="Lucida Sans Unicode"/>
              </a:rPr>
              <a:t>automatically </a:t>
            </a:r>
            <a:r>
              <a:rPr dirty="0" sz="3100" spc="-150">
                <a:solidFill>
                  <a:srgbClr val="FFFFFF"/>
                </a:solidFill>
                <a:latin typeface="Lucida Sans Unicode"/>
                <a:cs typeface="Lucida Sans Unicode"/>
              </a:rPr>
              <a:t>pre-</a:t>
            </a:r>
            <a:r>
              <a:rPr dirty="0" sz="3100" spc="-10">
                <a:solidFill>
                  <a:srgbClr val="FFFFFF"/>
                </a:solidFill>
                <a:latin typeface="Lucida Sans Unicode"/>
                <a:cs typeface="Lucida Sans Unicode"/>
              </a:rPr>
              <a:t>filled.</a:t>
            </a:r>
            <a:endParaRPr sz="3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835"/>
              </a:spcBef>
            </a:pPr>
            <a:r>
              <a:rPr dirty="0" sz="3100" spc="-10">
                <a:solidFill>
                  <a:srgbClr val="FFFFFF"/>
                </a:solidFill>
                <a:latin typeface="Lucida Sans Unicode"/>
                <a:cs typeface="Lucida Sans Unicode"/>
              </a:rPr>
              <a:t>Aadhar</a:t>
            </a:r>
            <a:r>
              <a:rPr dirty="0" sz="31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Lucida Sans Unicode"/>
                <a:cs typeface="Lucida Sans Unicode"/>
              </a:rPr>
              <a:t>number</a:t>
            </a:r>
            <a:r>
              <a:rPr dirty="0" sz="31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Lucida Sans Unicode"/>
                <a:cs typeface="Lucida Sans Unicode"/>
              </a:rPr>
              <a:t>must</a:t>
            </a:r>
            <a:r>
              <a:rPr dirty="0" sz="31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400">
                <a:solidFill>
                  <a:srgbClr val="FFFFFF"/>
                </a:solidFill>
                <a:latin typeface="Lucida Sans Unicode"/>
                <a:cs typeface="Lucida Sans Unicode"/>
              </a:rPr>
              <a:t>12-</a:t>
            </a:r>
            <a:r>
              <a:rPr dirty="0" sz="3100" spc="-10">
                <a:solidFill>
                  <a:srgbClr val="FFFFFF"/>
                </a:solidFill>
                <a:latin typeface="Lucida Sans Unicode"/>
                <a:cs typeface="Lucida Sans Unicode"/>
              </a:rPr>
              <a:t>digits.</a:t>
            </a:r>
            <a:endParaRPr sz="3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38" y="1193"/>
              <a:ext cx="18288000" cy="10285730"/>
            </a:xfrm>
            <a:custGeom>
              <a:avLst/>
              <a:gdLst/>
              <a:ahLst/>
              <a:cxnLst/>
              <a:rect l="l" t="t" r="r" b="b"/>
              <a:pathLst>
                <a:path w="18288000" h="10285730">
                  <a:moveTo>
                    <a:pt x="371424" y="10285387"/>
                  </a:moveTo>
                  <a:lnTo>
                    <a:pt x="0" y="9919437"/>
                  </a:lnTo>
                  <a:lnTo>
                    <a:pt x="0" y="10285387"/>
                  </a:lnTo>
                  <a:lnTo>
                    <a:pt x="371424" y="10285387"/>
                  </a:lnTo>
                  <a:close/>
                </a:path>
                <a:path w="18288000" h="10285730">
                  <a:moveTo>
                    <a:pt x="18287657" y="0"/>
                  </a:moveTo>
                  <a:lnTo>
                    <a:pt x="17114901" y="0"/>
                  </a:lnTo>
                  <a:lnTo>
                    <a:pt x="18287657" y="1155496"/>
                  </a:lnTo>
                  <a:lnTo>
                    <a:pt x="18287657" y="0"/>
                  </a:lnTo>
                  <a:close/>
                </a:path>
              </a:pathLst>
            </a:custGeom>
            <a:solidFill>
              <a:srgbClr val="7C79A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66057" y="594304"/>
              <a:ext cx="6669594" cy="889096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854628" y="582873"/>
              <a:ext cx="6692900" cy="8914130"/>
            </a:xfrm>
            <a:custGeom>
              <a:avLst/>
              <a:gdLst/>
              <a:ahLst/>
              <a:cxnLst/>
              <a:rect l="l" t="t" r="r" b="b"/>
              <a:pathLst>
                <a:path w="6692900" h="8914130">
                  <a:moveTo>
                    <a:pt x="0" y="171448"/>
                  </a:moveTo>
                  <a:lnTo>
                    <a:pt x="0" y="8742312"/>
                  </a:lnTo>
                  <a:lnTo>
                    <a:pt x="6116" y="8787891"/>
                  </a:lnTo>
                  <a:lnTo>
                    <a:pt x="23386" y="8828855"/>
                  </a:lnTo>
                  <a:lnTo>
                    <a:pt x="50187" y="8863567"/>
                  </a:lnTo>
                  <a:lnTo>
                    <a:pt x="84886" y="8890390"/>
                  </a:lnTo>
                  <a:lnTo>
                    <a:pt x="125848" y="8907687"/>
                  </a:lnTo>
                  <a:lnTo>
                    <a:pt x="171439" y="8913820"/>
                  </a:lnTo>
                  <a:lnTo>
                    <a:pt x="6520905" y="8913821"/>
                  </a:lnTo>
                  <a:lnTo>
                    <a:pt x="6566493" y="8907709"/>
                  </a:lnTo>
                  <a:lnTo>
                    <a:pt x="6607475" y="8890440"/>
                  </a:lnTo>
                  <a:lnTo>
                    <a:pt x="6642204" y="8863631"/>
                  </a:lnTo>
                  <a:lnTo>
                    <a:pt x="6669037" y="8828917"/>
                  </a:lnTo>
                  <a:lnTo>
                    <a:pt x="6686336" y="8787936"/>
                  </a:lnTo>
                  <a:lnTo>
                    <a:pt x="6692460" y="8742327"/>
                  </a:lnTo>
                  <a:lnTo>
                    <a:pt x="6692454" y="171448"/>
                  </a:lnTo>
                  <a:lnTo>
                    <a:pt x="6686328" y="125857"/>
                  </a:lnTo>
                  <a:lnTo>
                    <a:pt x="6669031" y="84879"/>
                  </a:lnTo>
                  <a:lnTo>
                    <a:pt x="6642200" y="50167"/>
                  </a:lnTo>
                  <a:lnTo>
                    <a:pt x="6607476" y="23359"/>
                  </a:lnTo>
                  <a:lnTo>
                    <a:pt x="6566498" y="6088"/>
                  </a:lnTo>
                  <a:lnTo>
                    <a:pt x="6521002" y="13"/>
                  </a:lnTo>
                  <a:lnTo>
                    <a:pt x="171447" y="0"/>
                  </a:lnTo>
                  <a:lnTo>
                    <a:pt x="125869" y="6124"/>
                  </a:lnTo>
                  <a:lnTo>
                    <a:pt x="84914" y="23408"/>
                  </a:lnTo>
                  <a:lnTo>
                    <a:pt x="50216" y="50216"/>
                  </a:lnTo>
                  <a:lnTo>
                    <a:pt x="23408" y="84915"/>
                  </a:lnTo>
                  <a:lnTo>
                    <a:pt x="6124" y="125871"/>
                  </a:lnTo>
                  <a:lnTo>
                    <a:pt x="0" y="171448"/>
                  </a:lnTo>
                </a:path>
              </a:pathLst>
            </a:custGeom>
            <a:ln w="57149">
              <a:solidFill>
                <a:srgbClr val="B3B0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584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900">
                <a:solidFill>
                  <a:srgbClr val="7C79AB"/>
                </a:solidFill>
              </a:rPr>
              <a:t>Make</a:t>
            </a:r>
            <a:r>
              <a:rPr dirty="0" sz="5900" spc="-10">
                <a:solidFill>
                  <a:srgbClr val="7C79AB"/>
                </a:solidFill>
              </a:rPr>
              <a:t> </a:t>
            </a:r>
            <a:r>
              <a:rPr dirty="0" sz="5900" spc="-260">
                <a:solidFill>
                  <a:srgbClr val="7C79AB"/>
                </a:solidFill>
              </a:rPr>
              <a:t>your</a:t>
            </a:r>
            <a:r>
              <a:rPr dirty="0" sz="5900" spc="-5">
                <a:solidFill>
                  <a:srgbClr val="7C79AB"/>
                </a:solidFill>
              </a:rPr>
              <a:t> </a:t>
            </a:r>
            <a:r>
              <a:rPr dirty="0" sz="5900" spc="-270">
                <a:solidFill>
                  <a:srgbClr val="7C79AB"/>
                </a:solidFill>
              </a:rPr>
              <a:t>payment</a:t>
            </a:r>
            <a:endParaRPr sz="5900"/>
          </a:p>
        </p:txBody>
      </p:sp>
      <p:sp>
        <p:nvSpPr>
          <p:cNvPr id="7" name="object 7" descr=""/>
          <p:cNvSpPr txBox="1"/>
          <p:nvPr/>
        </p:nvSpPr>
        <p:spPr>
          <a:xfrm>
            <a:off x="-26456" y="8224829"/>
            <a:ext cx="443865" cy="1708150"/>
          </a:xfrm>
          <a:prstGeom prst="rect">
            <a:avLst/>
          </a:prstGeom>
        </p:spPr>
        <p:txBody>
          <a:bodyPr wrap="square" lIns="0" tIns="127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2700" spc="-125" b="1">
                <a:solidFill>
                  <a:srgbClr val="7C79AB"/>
                </a:solidFill>
                <a:latin typeface="Verdana"/>
                <a:cs typeface="Verdana"/>
              </a:rPr>
              <a:t>DOCSHIP</a:t>
            </a:r>
            <a:endParaRPr sz="2700">
              <a:latin typeface="Verdana"/>
              <a:cs typeface="Verdan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549872" y="3822236"/>
            <a:ext cx="152400" cy="2940050"/>
            <a:chOff x="2549872" y="3822236"/>
            <a:chExt cx="152400" cy="2940050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49872" y="3822236"/>
              <a:ext cx="152400" cy="15239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49872" y="4713687"/>
              <a:ext cx="152400" cy="15239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49872" y="5605137"/>
              <a:ext cx="152400" cy="15239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49872" y="6609788"/>
              <a:ext cx="152400" cy="152399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407476" y="2394092"/>
            <a:ext cx="10293350" cy="6142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1030">
              <a:lnSpc>
                <a:spcPct val="100000"/>
              </a:lnSpc>
              <a:spcBef>
                <a:spcPts val="100"/>
              </a:spcBef>
            </a:pPr>
            <a:r>
              <a:rPr dirty="0" sz="3400" spc="55">
                <a:solidFill>
                  <a:srgbClr val="7C79AB"/>
                </a:solidFill>
                <a:latin typeface="Lucida Sans Unicode"/>
                <a:cs typeface="Lucida Sans Unicode"/>
              </a:rPr>
              <a:t>Enter</a:t>
            </a:r>
            <a:r>
              <a:rPr dirty="0" sz="3400" spc="-22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0">
                <a:solidFill>
                  <a:srgbClr val="7C79AB"/>
                </a:solidFill>
                <a:latin typeface="Lucida Sans Unicode"/>
                <a:cs typeface="Lucida Sans Unicode"/>
              </a:rPr>
              <a:t>your:</a:t>
            </a:r>
            <a:endParaRPr sz="3400">
              <a:latin typeface="Lucida Sans Unicode"/>
              <a:cs typeface="Lucida Sans Unicode"/>
            </a:endParaRPr>
          </a:p>
          <a:p>
            <a:pPr marL="2504440" marR="3099435">
              <a:lnSpc>
                <a:spcPct val="172000"/>
              </a:lnSpc>
              <a:spcBef>
                <a:spcPts val="2450"/>
              </a:spcBef>
            </a:pPr>
            <a:r>
              <a:rPr dirty="0" sz="3400" spc="-355">
                <a:solidFill>
                  <a:srgbClr val="7C79AB"/>
                </a:solidFill>
                <a:latin typeface="Lucida Sans Unicode"/>
                <a:cs typeface="Lucida Sans Unicode"/>
              </a:rPr>
              <a:t>16-</a:t>
            </a:r>
            <a:r>
              <a:rPr dirty="0" sz="3400" spc="-60">
                <a:solidFill>
                  <a:srgbClr val="7C79AB"/>
                </a:solidFill>
                <a:latin typeface="Lucida Sans Unicode"/>
                <a:cs typeface="Lucida Sans Unicode"/>
              </a:rPr>
              <a:t>digit</a:t>
            </a:r>
            <a:r>
              <a:rPr dirty="0" sz="3400" spc="-16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7C79AB"/>
                </a:solidFill>
                <a:latin typeface="Lucida Sans Unicode"/>
                <a:cs typeface="Lucida Sans Unicode"/>
              </a:rPr>
              <a:t>card</a:t>
            </a:r>
            <a:r>
              <a:rPr dirty="0" sz="34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7C79AB"/>
                </a:solidFill>
                <a:latin typeface="Lucida Sans Unicode"/>
                <a:cs typeface="Lucida Sans Unicode"/>
              </a:rPr>
              <a:t>number </a:t>
            </a:r>
            <a:r>
              <a:rPr dirty="0" sz="3400">
                <a:solidFill>
                  <a:srgbClr val="7C79AB"/>
                </a:solidFill>
                <a:latin typeface="Lucida Sans Unicode"/>
                <a:cs typeface="Lucida Sans Unicode"/>
              </a:rPr>
              <a:t>Cardholder</a:t>
            </a:r>
            <a:r>
              <a:rPr dirty="0" sz="3400" spc="-16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0">
                <a:solidFill>
                  <a:srgbClr val="7C79AB"/>
                </a:solidFill>
                <a:latin typeface="Lucida Sans Unicode"/>
                <a:cs typeface="Lucida Sans Unicode"/>
              </a:rPr>
              <a:t>name Expiry</a:t>
            </a:r>
            <a:r>
              <a:rPr dirty="0" sz="3400" spc="-24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7C79AB"/>
                </a:solidFill>
                <a:latin typeface="Lucida Sans Unicode"/>
                <a:cs typeface="Lucida Sans Unicode"/>
              </a:rPr>
              <a:t>month</a:t>
            </a:r>
            <a:r>
              <a:rPr dirty="0" sz="3400" spc="-23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7C79AB"/>
                </a:solidFill>
                <a:latin typeface="Lucida Sans Unicode"/>
                <a:cs typeface="Lucida Sans Unicode"/>
              </a:rPr>
              <a:t>and</a:t>
            </a:r>
            <a:r>
              <a:rPr dirty="0" sz="3400" spc="-24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0">
                <a:solidFill>
                  <a:srgbClr val="7C79AB"/>
                </a:solidFill>
                <a:latin typeface="Lucida Sans Unicode"/>
                <a:cs typeface="Lucida Sans Unicode"/>
              </a:rPr>
              <a:t>year</a:t>
            </a:r>
            <a:endParaRPr sz="3400">
              <a:latin typeface="Lucida Sans Unicode"/>
              <a:cs typeface="Lucida Sans Unicode"/>
            </a:endParaRPr>
          </a:p>
          <a:p>
            <a:pPr marL="2504440">
              <a:lnSpc>
                <a:spcPct val="100000"/>
              </a:lnSpc>
              <a:spcBef>
                <a:spcPts val="3829"/>
              </a:spcBef>
            </a:pPr>
            <a:r>
              <a:rPr dirty="0" sz="3400" spc="-200">
                <a:solidFill>
                  <a:srgbClr val="7C79AB"/>
                </a:solidFill>
                <a:latin typeface="Lucida Sans Unicode"/>
                <a:cs typeface="Lucida Sans Unicode"/>
              </a:rPr>
              <a:t>3</a:t>
            </a:r>
            <a:r>
              <a:rPr dirty="0" sz="3400" spc="-23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60">
                <a:solidFill>
                  <a:srgbClr val="7C79AB"/>
                </a:solidFill>
                <a:latin typeface="Lucida Sans Unicode"/>
                <a:cs typeface="Lucida Sans Unicode"/>
              </a:rPr>
              <a:t>digit</a:t>
            </a:r>
            <a:r>
              <a:rPr dirty="0" sz="3400" spc="-23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5">
                <a:solidFill>
                  <a:srgbClr val="7C79AB"/>
                </a:solidFill>
                <a:latin typeface="Lucida Sans Unicode"/>
                <a:cs typeface="Lucida Sans Unicode"/>
              </a:rPr>
              <a:t>CVV</a:t>
            </a:r>
            <a:endParaRPr sz="3400">
              <a:latin typeface="Lucida Sans Unicode"/>
              <a:cs typeface="Lucida Sans Unicode"/>
            </a:endParaRPr>
          </a:p>
          <a:p>
            <a:pPr marL="4194810" marR="5080" indent="-4182745">
              <a:lnSpc>
                <a:spcPct val="115799"/>
              </a:lnSpc>
              <a:spcBef>
                <a:spcPts val="3220"/>
              </a:spcBef>
            </a:pPr>
            <a:r>
              <a:rPr dirty="0" sz="3400" spc="105">
                <a:solidFill>
                  <a:srgbClr val="7C79AB"/>
                </a:solidFill>
                <a:latin typeface="Lucida Sans Unicode"/>
                <a:cs typeface="Lucida Sans Unicode"/>
              </a:rPr>
              <a:t>We</a:t>
            </a:r>
            <a:r>
              <a:rPr dirty="0" sz="3400" spc="-16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7C79AB"/>
                </a:solidFill>
                <a:latin typeface="Lucida Sans Unicode"/>
                <a:cs typeface="Lucida Sans Unicode"/>
              </a:rPr>
              <a:t>validate</a:t>
            </a:r>
            <a:r>
              <a:rPr dirty="0" sz="3400" spc="-16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7C79AB"/>
                </a:solidFill>
                <a:latin typeface="Lucida Sans Unicode"/>
                <a:cs typeface="Lucida Sans Unicode"/>
              </a:rPr>
              <a:t>card</a:t>
            </a:r>
            <a:r>
              <a:rPr dirty="0" sz="3400" spc="-16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7C79AB"/>
                </a:solidFill>
                <a:latin typeface="Lucida Sans Unicode"/>
                <a:cs typeface="Lucida Sans Unicode"/>
              </a:rPr>
              <a:t>details</a:t>
            </a:r>
            <a:r>
              <a:rPr dirty="0" sz="34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7C79AB"/>
                </a:solidFill>
                <a:latin typeface="Lucida Sans Unicode"/>
                <a:cs typeface="Lucida Sans Unicode"/>
              </a:rPr>
              <a:t>and</a:t>
            </a:r>
            <a:r>
              <a:rPr dirty="0" sz="3400" spc="-16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0">
                <a:solidFill>
                  <a:srgbClr val="7C79AB"/>
                </a:solidFill>
                <a:latin typeface="Lucida Sans Unicode"/>
                <a:cs typeface="Lucida Sans Unicode"/>
              </a:rPr>
              <a:t>show</a:t>
            </a:r>
            <a:r>
              <a:rPr dirty="0" sz="3400" spc="-16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7C79AB"/>
                </a:solidFill>
                <a:latin typeface="Lucida Sans Unicode"/>
                <a:cs typeface="Lucida Sans Unicode"/>
              </a:rPr>
              <a:t>a</a:t>
            </a:r>
            <a:r>
              <a:rPr dirty="0" sz="3400" spc="-16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7C79AB"/>
                </a:solidFill>
                <a:latin typeface="Lucida Sans Unicode"/>
                <a:cs typeface="Lucida Sans Unicode"/>
              </a:rPr>
              <a:t>clear</a:t>
            </a:r>
            <a:r>
              <a:rPr dirty="0" sz="34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7C79AB"/>
                </a:solidFill>
                <a:latin typeface="Lucida Sans Unicode"/>
                <a:cs typeface="Lucida Sans Unicode"/>
              </a:rPr>
              <a:t>success message.</a:t>
            </a:r>
            <a:endParaRPr sz="3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89" y="3872"/>
            <a:ext cx="18283555" cy="10282555"/>
          </a:xfrm>
          <a:custGeom>
            <a:avLst/>
            <a:gdLst/>
            <a:ahLst/>
            <a:cxnLst/>
            <a:rect l="l" t="t" r="r" b="b"/>
            <a:pathLst>
              <a:path w="18283555" h="10282555">
                <a:moveTo>
                  <a:pt x="1254607" y="0"/>
                </a:moveTo>
                <a:lnTo>
                  <a:pt x="0" y="0"/>
                </a:lnTo>
                <a:lnTo>
                  <a:pt x="0" y="1234389"/>
                </a:lnTo>
                <a:lnTo>
                  <a:pt x="1790" y="1234389"/>
                </a:lnTo>
                <a:lnTo>
                  <a:pt x="1254607" y="0"/>
                </a:lnTo>
                <a:close/>
              </a:path>
              <a:path w="18283555" h="10282555">
                <a:moveTo>
                  <a:pt x="18283365" y="9259138"/>
                </a:moveTo>
                <a:lnTo>
                  <a:pt x="17245140" y="10282085"/>
                </a:lnTo>
                <a:lnTo>
                  <a:pt x="18283365" y="10282085"/>
                </a:lnTo>
                <a:lnTo>
                  <a:pt x="18283365" y="9259138"/>
                </a:lnTo>
                <a:close/>
              </a:path>
            </a:pathLst>
          </a:custGeom>
          <a:solidFill>
            <a:srgbClr val="7C79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4693" y="8290624"/>
            <a:ext cx="441959" cy="1703070"/>
          </a:xfrm>
          <a:prstGeom prst="rect">
            <a:avLst/>
          </a:prstGeom>
        </p:spPr>
        <p:txBody>
          <a:bodyPr wrap="square" lIns="0" tIns="6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700" spc="-130" b="1">
                <a:solidFill>
                  <a:srgbClr val="7C79AB"/>
                </a:solidFill>
                <a:latin typeface="Verdana"/>
                <a:cs typeface="Verdana"/>
              </a:rPr>
              <a:t>DOCSHIP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1281" rIns="0" bIns="0" rtlCol="0" vert="horz">
            <a:spAutoFit/>
          </a:bodyPr>
          <a:lstStyle/>
          <a:p>
            <a:pPr marL="4291330">
              <a:lnSpc>
                <a:spcPct val="100000"/>
              </a:lnSpc>
              <a:spcBef>
                <a:spcPts val="100"/>
              </a:spcBef>
            </a:pPr>
            <a:r>
              <a:rPr dirty="0" sz="6000" spc="-375">
                <a:solidFill>
                  <a:srgbClr val="332F83"/>
                </a:solidFill>
              </a:rPr>
              <a:t>Shipping</a:t>
            </a:r>
            <a:r>
              <a:rPr dirty="0" sz="6000" spc="90">
                <a:solidFill>
                  <a:srgbClr val="332F83"/>
                </a:solidFill>
              </a:rPr>
              <a:t> </a:t>
            </a:r>
            <a:r>
              <a:rPr dirty="0" sz="6000" spc="-170">
                <a:solidFill>
                  <a:srgbClr val="332F83"/>
                </a:solidFill>
              </a:rPr>
              <a:t>label</a:t>
            </a:r>
            <a:endParaRPr sz="6000"/>
          </a:p>
        </p:txBody>
      </p:sp>
      <p:grpSp>
        <p:nvGrpSpPr>
          <p:cNvPr id="5" name="object 5" descr=""/>
          <p:cNvGrpSpPr/>
          <p:nvPr/>
        </p:nvGrpSpPr>
        <p:grpSpPr>
          <a:xfrm>
            <a:off x="1971295" y="6989530"/>
            <a:ext cx="180975" cy="1539240"/>
            <a:chOff x="1971295" y="6989530"/>
            <a:chExt cx="180975" cy="153924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1295" y="6989530"/>
              <a:ext cx="142875" cy="14287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9870" y="8376046"/>
              <a:ext cx="152400" cy="152399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016595" y="2437241"/>
            <a:ext cx="14220190" cy="6257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45">
                <a:solidFill>
                  <a:srgbClr val="7C79AB"/>
                </a:solidFill>
                <a:latin typeface="Lucida Sans Unicode"/>
                <a:cs typeface="Lucida Sans Unicode"/>
              </a:rPr>
              <a:t>DocShip</a:t>
            </a:r>
            <a:r>
              <a:rPr dirty="0" sz="3600" spc="-19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600">
                <a:solidFill>
                  <a:srgbClr val="7C79AB"/>
                </a:solidFill>
                <a:latin typeface="Lucida Sans Unicode"/>
                <a:cs typeface="Lucida Sans Unicode"/>
              </a:rPr>
              <a:t>instantly</a:t>
            </a:r>
            <a:r>
              <a:rPr dirty="0" sz="3600" spc="-19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600" spc="-25">
                <a:solidFill>
                  <a:srgbClr val="7C79AB"/>
                </a:solidFill>
                <a:latin typeface="Lucida Sans Unicode"/>
                <a:cs typeface="Lucida Sans Unicode"/>
              </a:rPr>
              <a:t>generates</a:t>
            </a:r>
            <a:r>
              <a:rPr dirty="0" sz="3600" spc="-19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600">
                <a:solidFill>
                  <a:srgbClr val="7C79AB"/>
                </a:solidFill>
                <a:latin typeface="Lucida Sans Unicode"/>
                <a:cs typeface="Lucida Sans Unicode"/>
              </a:rPr>
              <a:t>a</a:t>
            </a:r>
            <a:r>
              <a:rPr dirty="0" sz="3600" spc="-19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600" spc="-65">
                <a:solidFill>
                  <a:srgbClr val="7C79AB"/>
                </a:solidFill>
                <a:latin typeface="Lucida Sans Unicode"/>
                <a:cs typeface="Lucida Sans Unicode"/>
              </a:rPr>
              <a:t>shipping</a:t>
            </a:r>
            <a:r>
              <a:rPr dirty="0" sz="3600" spc="-19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600">
                <a:solidFill>
                  <a:srgbClr val="7C79AB"/>
                </a:solidFill>
                <a:latin typeface="Lucida Sans Unicode"/>
                <a:cs typeface="Lucida Sans Unicode"/>
              </a:rPr>
              <a:t>label</a:t>
            </a:r>
            <a:r>
              <a:rPr dirty="0" sz="3600" spc="-19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600" spc="-10">
                <a:solidFill>
                  <a:srgbClr val="7C79AB"/>
                </a:solidFill>
                <a:latin typeface="Lucida Sans Unicode"/>
                <a:cs typeface="Lucida Sans Unicode"/>
              </a:rPr>
              <a:t>with:</a:t>
            </a:r>
            <a:endParaRPr sz="3600">
              <a:latin typeface="Lucida Sans Unicode"/>
              <a:cs typeface="Lucida Sans Unicode"/>
            </a:endParaRPr>
          </a:p>
          <a:p>
            <a:pPr marL="7807959" indent="-374650">
              <a:lnSpc>
                <a:spcPct val="100000"/>
              </a:lnSpc>
              <a:spcBef>
                <a:spcPts val="5109"/>
              </a:spcBef>
              <a:buAutoNum type="arabicPeriod"/>
              <a:tabLst>
                <a:tab pos="7807959" algn="l"/>
              </a:tabLst>
            </a:pP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Sender</a:t>
            </a:r>
            <a:r>
              <a:rPr dirty="0" sz="3000" spc="-2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and</a:t>
            </a:r>
            <a:r>
              <a:rPr dirty="0" sz="3000" spc="-2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receiver</a:t>
            </a:r>
            <a:r>
              <a:rPr dirty="0" sz="3000" spc="-2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0">
                <a:solidFill>
                  <a:srgbClr val="7C79AB"/>
                </a:solidFill>
                <a:latin typeface="Lucida Sans Unicode"/>
                <a:cs typeface="Lucida Sans Unicode"/>
              </a:rPr>
              <a:t>details</a:t>
            </a:r>
            <a:endParaRPr sz="3000">
              <a:latin typeface="Lucida Sans Unicode"/>
              <a:cs typeface="Lucida Sans Unicode"/>
            </a:endParaRPr>
          </a:p>
          <a:p>
            <a:pPr marL="7807959" indent="-37465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7807959" algn="l"/>
              </a:tabLst>
            </a:pP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Courier</a:t>
            </a:r>
            <a:r>
              <a:rPr dirty="0" sz="3000" spc="-21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0">
                <a:solidFill>
                  <a:srgbClr val="7C79AB"/>
                </a:solidFill>
                <a:latin typeface="Lucida Sans Unicode"/>
                <a:cs typeface="Lucida Sans Unicode"/>
              </a:rPr>
              <a:t>information</a:t>
            </a:r>
            <a:endParaRPr sz="3000">
              <a:latin typeface="Lucida Sans Unicode"/>
              <a:cs typeface="Lucida Sans Unicode"/>
            </a:endParaRPr>
          </a:p>
          <a:p>
            <a:pPr marL="7807959" indent="-37465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7807959" algn="l"/>
              </a:tabLst>
            </a:pPr>
            <a:r>
              <a:rPr dirty="0" sz="3000" spc="55">
                <a:solidFill>
                  <a:srgbClr val="7C79AB"/>
                </a:solidFill>
                <a:latin typeface="Lucida Sans Unicode"/>
                <a:cs typeface="Lucida Sans Unicode"/>
              </a:rPr>
              <a:t>Barcode</a:t>
            </a:r>
            <a:endParaRPr sz="3000">
              <a:latin typeface="Lucida Sans Unicode"/>
              <a:cs typeface="Lucida Sans Unicode"/>
            </a:endParaRPr>
          </a:p>
          <a:p>
            <a:pPr marL="7807959" indent="-37465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7807959" algn="l"/>
              </a:tabLst>
            </a:pPr>
            <a:r>
              <a:rPr dirty="0" sz="3000" spc="-105">
                <a:solidFill>
                  <a:srgbClr val="7C79AB"/>
                </a:solidFill>
                <a:latin typeface="Lucida Sans Unicode"/>
                <a:cs typeface="Lucida Sans Unicode"/>
              </a:rPr>
              <a:t>Tracking</a:t>
            </a:r>
            <a:r>
              <a:rPr dirty="0" sz="30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0">
                <a:solidFill>
                  <a:srgbClr val="7C79AB"/>
                </a:solidFill>
                <a:latin typeface="Lucida Sans Unicode"/>
                <a:cs typeface="Lucida Sans Unicode"/>
              </a:rPr>
              <a:t>number</a:t>
            </a:r>
            <a:endParaRPr sz="30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4025"/>
              </a:spcBef>
            </a:pPr>
            <a:endParaRPr sz="3000">
              <a:latin typeface="Lucida Sans Unicode"/>
              <a:cs typeface="Lucida Sans Unicode"/>
            </a:endParaRPr>
          </a:p>
          <a:p>
            <a:pPr marL="1677035">
              <a:lnSpc>
                <a:spcPct val="100000"/>
              </a:lnSpc>
              <a:spcBef>
                <a:spcPts val="5"/>
              </a:spcBef>
            </a:pPr>
            <a:r>
              <a:rPr dirty="0" sz="3200" spc="-105">
                <a:solidFill>
                  <a:srgbClr val="7C79AB"/>
                </a:solidFill>
                <a:latin typeface="Lucida Sans Unicode"/>
                <a:cs typeface="Lucida Sans Unicode"/>
              </a:rPr>
              <a:t>You</a:t>
            </a:r>
            <a:r>
              <a:rPr dirty="0" sz="32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7C79AB"/>
                </a:solidFill>
                <a:latin typeface="Lucida Sans Unicode"/>
                <a:cs typeface="Lucida Sans Unicode"/>
              </a:rPr>
              <a:t>can</a:t>
            </a:r>
            <a:r>
              <a:rPr dirty="0" sz="32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7C79AB"/>
                </a:solidFill>
                <a:latin typeface="Lucida Sans Unicode"/>
                <a:cs typeface="Lucida Sans Unicode"/>
              </a:rPr>
              <a:t>download</a:t>
            </a:r>
            <a:r>
              <a:rPr dirty="0" sz="32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10">
                <a:solidFill>
                  <a:srgbClr val="7C79AB"/>
                </a:solidFill>
                <a:latin typeface="Lucida Sans Unicode"/>
                <a:cs typeface="Lucida Sans Unicode"/>
              </a:rPr>
              <a:t>this</a:t>
            </a:r>
            <a:r>
              <a:rPr dirty="0" sz="3200" spc="-17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10">
                <a:solidFill>
                  <a:srgbClr val="7C79AB"/>
                </a:solidFill>
                <a:latin typeface="Lucida Sans Unicode"/>
                <a:cs typeface="Lucida Sans Unicode"/>
              </a:rPr>
              <a:t>label.</a:t>
            </a:r>
            <a:endParaRPr sz="3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960"/>
              </a:spcBef>
            </a:pPr>
            <a:endParaRPr sz="3200">
              <a:latin typeface="Lucida Sans Unicode"/>
              <a:cs typeface="Lucida Sans Unicode"/>
            </a:endParaRPr>
          </a:p>
          <a:p>
            <a:pPr marL="1664335">
              <a:lnSpc>
                <a:spcPct val="100000"/>
              </a:lnSpc>
            </a:pPr>
            <a:r>
              <a:rPr dirty="0" sz="3400">
                <a:solidFill>
                  <a:srgbClr val="7C79AB"/>
                </a:solidFill>
                <a:latin typeface="Lucida Sans Unicode"/>
                <a:cs typeface="Lucida Sans Unicode"/>
              </a:rPr>
              <a:t>Fastest</a:t>
            </a:r>
            <a:r>
              <a:rPr dirty="0" sz="3400" spc="-18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7C79AB"/>
                </a:solidFill>
                <a:latin typeface="Lucida Sans Unicode"/>
                <a:cs typeface="Lucida Sans Unicode"/>
              </a:rPr>
              <a:t>and</a:t>
            </a:r>
            <a:r>
              <a:rPr dirty="0" sz="34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7C79AB"/>
                </a:solidFill>
                <a:latin typeface="Lucida Sans Unicode"/>
                <a:cs typeface="Lucida Sans Unicode"/>
              </a:rPr>
              <a:t>simplest</a:t>
            </a:r>
            <a:r>
              <a:rPr dirty="0" sz="34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7C79AB"/>
                </a:solidFill>
                <a:latin typeface="Lucida Sans Unicode"/>
                <a:cs typeface="Lucida Sans Unicode"/>
              </a:rPr>
              <a:t>way</a:t>
            </a:r>
            <a:r>
              <a:rPr dirty="0" sz="34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7C79AB"/>
                </a:solidFill>
                <a:latin typeface="Lucida Sans Unicode"/>
                <a:cs typeface="Lucida Sans Unicode"/>
              </a:rPr>
              <a:t>to</a:t>
            </a:r>
            <a:r>
              <a:rPr dirty="0" sz="34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7C79AB"/>
                </a:solidFill>
                <a:latin typeface="Lucida Sans Unicode"/>
                <a:cs typeface="Lucida Sans Unicode"/>
              </a:rPr>
              <a:t>send</a:t>
            </a:r>
            <a:r>
              <a:rPr dirty="0" sz="34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7C79AB"/>
                </a:solidFill>
                <a:latin typeface="Lucida Sans Unicode"/>
                <a:cs typeface="Lucida Sans Unicode"/>
              </a:rPr>
              <a:t>your</a:t>
            </a:r>
            <a:r>
              <a:rPr dirty="0" sz="34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7C79AB"/>
                </a:solidFill>
                <a:latin typeface="Lucida Sans Unicode"/>
                <a:cs typeface="Lucida Sans Unicode"/>
              </a:rPr>
              <a:t>documents</a:t>
            </a:r>
            <a:r>
              <a:rPr dirty="0" sz="34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7C79AB"/>
                </a:solidFill>
                <a:latin typeface="Lucida Sans Unicode"/>
                <a:cs typeface="Lucida Sans Unicode"/>
              </a:rPr>
              <a:t>internally.</a:t>
            </a:r>
            <a:endParaRPr sz="3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1" y="761"/>
            <a:ext cx="18288000" cy="10285095"/>
          </a:xfrm>
          <a:custGeom>
            <a:avLst/>
            <a:gdLst/>
            <a:ahLst/>
            <a:cxnLst/>
            <a:rect l="l" t="t" r="r" b="b"/>
            <a:pathLst>
              <a:path w="18288000" h="10285095">
                <a:moveTo>
                  <a:pt x="770826" y="0"/>
                </a:moveTo>
                <a:lnTo>
                  <a:pt x="0" y="0"/>
                </a:lnTo>
                <a:lnTo>
                  <a:pt x="0" y="759485"/>
                </a:lnTo>
                <a:lnTo>
                  <a:pt x="770826" y="0"/>
                </a:lnTo>
                <a:close/>
              </a:path>
              <a:path w="18288000" h="10285095">
                <a:moveTo>
                  <a:pt x="18287632" y="9003881"/>
                </a:moveTo>
                <a:lnTo>
                  <a:pt x="16987495" y="10284879"/>
                </a:lnTo>
                <a:lnTo>
                  <a:pt x="18287632" y="10284879"/>
                </a:lnTo>
                <a:lnTo>
                  <a:pt x="18287632" y="9003881"/>
                </a:lnTo>
                <a:close/>
              </a:path>
            </a:pathLst>
          </a:custGeom>
          <a:solidFill>
            <a:srgbClr val="7C79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39653" y="8897826"/>
            <a:ext cx="277495" cy="1038225"/>
          </a:xfrm>
          <a:prstGeom prst="rect">
            <a:avLst/>
          </a:prstGeom>
        </p:spPr>
        <p:txBody>
          <a:bodyPr wrap="square" lIns="0" tIns="88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600" spc="-50" b="1">
                <a:solidFill>
                  <a:srgbClr val="7C79AB"/>
                </a:solidFill>
                <a:latin typeface="Verdana"/>
                <a:cs typeface="Verdana"/>
              </a:rPr>
              <a:t>DOCSHIP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1582" rIns="0" bIns="0" rtlCol="0" vert="horz">
            <a:spAutoFit/>
          </a:bodyPr>
          <a:lstStyle/>
          <a:p>
            <a:pPr marL="1065530">
              <a:lnSpc>
                <a:spcPct val="100000"/>
              </a:lnSpc>
              <a:spcBef>
                <a:spcPts val="100"/>
              </a:spcBef>
            </a:pPr>
            <a:r>
              <a:rPr dirty="0" sz="7600" spc="-1210">
                <a:solidFill>
                  <a:srgbClr val="4F4D94"/>
                </a:solidFill>
              </a:rPr>
              <a:t>T</a:t>
            </a:r>
            <a:r>
              <a:rPr dirty="0" sz="7600" spc="-585">
                <a:solidFill>
                  <a:srgbClr val="4F4D94"/>
                </a:solidFill>
              </a:rPr>
              <a:t>echn</a:t>
            </a:r>
            <a:r>
              <a:rPr dirty="0" sz="7600" spc="-575">
                <a:solidFill>
                  <a:srgbClr val="4F4D94"/>
                </a:solidFill>
              </a:rPr>
              <a:t>i</a:t>
            </a:r>
            <a:r>
              <a:rPr dirty="0" sz="7600" spc="-585">
                <a:solidFill>
                  <a:srgbClr val="4F4D94"/>
                </a:solidFill>
              </a:rPr>
              <a:t>c</a:t>
            </a:r>
            <a:r>
              <a:rPr dirty="0" sz="7600" spc="-580">
                <a:solidFill>
                  <a:srgbClr val="4F4D94"/>
                </a:solidFill>
              </a:rPr>
              <a:t>a</a:t>
            </a:r>
            <a:r>
              <a:rPr dirty="0" sz="7600" spc="-575">
                <a:solidFill>
                  <a:srgbClr val="4F4D94"/>
                </a:solidFill>
              </a:rPr>
              <a:t>l</a:t>
            </a:r>
            <a:r>
              <a:rPr dirty="0" sz="7600" spc="80">
                <a:solidFill>
                  <a:srgbClr val="4F4D94"/>
                </a:solidFill>
              </a:rPr>
              <a:t> </a:t>
            </a:r>
            <a:r>
              <a:rPr dirty="0" sz="7600" spc="-509">
                <a:solidFill>
                  <a:srgbClr val="4F4D94"/>
                </a:solidFill>
              </a:rPr>
              <a:t>Architecture</a:t>
            </a:r>
            <a:r>
              <a:rPr dirty="0" sz="7600" spc="-5">
                <a:solidFill>
                  <a:srgbClr val="4F4D94"/>
                </a:solidFill>
              </a:rPr>
              <a:t> </a:t>
            </a:r>
            <a:r>
              <a:rPr dirty="0" sz="7600">
                <a:solidFill>
                  <a:srgbClr val="4F4D94"/>
                </a:solidFill>
              </a:rPr>
              <a:t>&amp;</a:t>
            </a:r>
            <a:r>
              <a:rPr dirty="0" sz="7600" spc="40">
                <a:solidFill>
                  <a:srgbClr val="4F4D94"/>
                </a:solidFill>
              </a:rPr>
              <a:t> </a:t>
            </a:r>
            <a:r>
              <a:rPr dirty="0" sz="7600" spc="-520">
                <a:solidFill>
                  <a:srgbClr val="4F4D94"/>
                </a:solidFill>
              </a:rPr>
              <a:t>Flow</a:t>
            </a:r>
            <a:endParaRPr sz="7600"/>
          </a:p>
        </p:txBody>
      </p:sp>
      <p:grpSp>
        <p:nvGrpSpPr>
          <p:cNvPr id="5" name="object 5" descr=""/>
          <p:cNvGrpSpPr/>
          <p:nvPr/>
        </p:nvGrpSpPr>
        <p:grpSpPr>
          <a:xfrm>
            <a:off x="699834" y="2150606"/>
            <a:ext cx="8209915" cy="6351905"/>
            <a:chOff x="699834" y="2150606"/>
            <a:chExt cx="8209915" cy="635190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834" y="2323326"/>
              <a:ext cx="123824" cy="12382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834" y="3872785"/>
              <a:ext cx="123824" cy="12382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834" y="4982772"/>
              <a:ext cx="123824" cy="12382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834" y="6604534"/>
              <a:ext cx="123824" cy="12382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5808" y="2322056"/>
              <a:ext cx="133349" cy="13334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5808" y="3048496"/>
              <a:ext cx="133349" cy="13334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5808" y="3934073"/>
              <a:ext cx="133349" cy="13334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75808" y="4819649"/>
              <a:ext cx="133349" cy="13334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5808" y="6261663"/>
              <a:ext cx="133349" cy="133349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8224248" y="2179181"/>
              <a:ext cx="0" cy="5179695"/>
            </a:xfrm>
            <a:custGeom>
              <a:avLst/>
              <a:gdLst/>
              <a:ahLst/>
              <a:cxnLst/>
              <a:rect l="l" t="t" r="r" b="b"/>
              <a:pathLst>
                <a:path w="0" h="5179695">
                  <a:moveTo>
                    <a:pt x="0" y="0"/>
                  </a:moveTo>
                  <a:lnTo>
                    <a:pt x="0" y="517907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167098" y="2169656"/>
              <a:ext cx="114300" cy="5198745"/>
            </a:xfrm>
            <a:custGeom>
              <a:avLst/>
              <a:gdLst/>
              <a:ahLst/>
              <a:cxnLst/>
              <a:rect l="l" t="t" r="r" b="b"/>
              <a:pathLst>
                <a:path w="114300" h="5198745">
                  <a:moveTo>
                    <a:pt x="114299" y="0"/>
                  </a:moveTo>
                  <a:lnTo>
                    <a:pt x="0" y="0"/>
                  </a:lnTo>
                </a:path>
                <a:path w="114300" h="5198745">
                  <a:moveTo>
                    <a:pt x="114299" y="5198120"/>
                  </a:moveTo>
                  <a:lnTo>
                    <a:pt x="0" y="519812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5676" y="8368806"/>
              <a:ext cx="133349" cy="133349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998780" y="2050898"/>
            <a:ext cx="6578600" cy="1054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399"/>
              </a:lnSpc>
              <a:spcBef>
                <a:spcPts val="100"/>
              </a:spcBef>
            </a:pP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DocShip</a:t>
            </a:r>
            <a:r>
              <a:rPr dirty="0" sz="2900" spc="-13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5">
                <a:solidFill>
                  <a:srgbClr val="7C79AB"/>
                </a:solidFill>
                <a:latin typeface="Lucida Sans Unicode"/>
                <a:cs typeface="Lucida Sans Unicode"/>
              </a:rPr>
              <a:t>uses</a:t>
            </a:r>
            <a:r>
              <a:rPr dirty="0" sz="2900" spc="-12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a</a:t>
            </a:r>
            <a:r>
              <a:rPr dirty="0" sz="2900" spc="-12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clean</a:t>
            </a:r>
            <a:r>
              <a:rPr dirty="0" sz="2900" spc="-12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and</a:t>
            </a:r>
            <a:r>
              <a:rPr dirty="0" sz="2900" spc="-12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7C79AB"/>
                </a:solidFill>
                <a:latin typeface="Lucida Sans Unicode"/>
                <a:cs typeface="Lucida Sans Unicode"/>
              </a:rPr>
              <a:t>lightweight architecture.</a:t>
            </a:r>
            <a:endParaRPr sz="2900">
              <a:latin typeface="Lucida Sans Unicode"/>
              <a:cs typeface="Lucida Sans Unicode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209967" y="3672823"/>
            <a:ext cx="5083175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55">
                <a:solidFill>
                  <a:srgbClr val="7C79AB"/>
                </a:solidFill>
                <a:latin typeface="Lucida Sans Unicode"/>
                <a:cs typeface="Lucida Sans Unicode"/>
              </a:rPr>
              <a:t>It</a:t>
            </a:r>
            <a:r>
              <a:rPr dirty="0" sz="2900" spc="-204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5">
                <a:solidFill>
                  <a:srgbClr val="7C79AB"/>
                </a:solidFill>
                <a:latin typeface="Lucida Sans Unicode"/>
                <a:cs typeface="Lucida Sans Unicode"/>
              </a:rPr>
              <a:t>uses</a:t>
            </a:r>
            <a:r>
              <a:rPr dirty="0" sz="2900" spc="-20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235">
                <a:solidFill>
                  <a:srgbClr val="7C79AB"/>
                </a:solidFill>
                <a:latin typeface="Lucida Sans Unicode"/>
                <a:cs typeface="Lucida Sans Unicode"/>
              </a:rPr>
              <a:t>JSON</a:t>
            </a:r>
            <a:r>
              <a:rPr dirty="0" sz="2900" spc="-204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5">
                <a:solidFill>
                  <a:srgbClr val="7C79AB"/>
                </a:solidFill>
                <a:latin typeface="Lucida Sans Unicode"/>
                <a:cs typeface="Lucida Sans Unicode"/>
              </a:rPr>
              <a:t>as</a:t>
            </a:r>
            <a:r>
              <a:rPr dirty="0" sz="2900" spc="-20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7C79AB"/>
                </a:solidFill>
                <a:latin typeface="Lucida Sans Unicode"/>
                <a:cs typeface="Lucida Sans Unicode"/>
              </a:rPr>
              <a:t>its</a:t>
            </a:r>
            <a:r>
              <a:rPr dirty="0" sz="2900" spc="-204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7C79AB"/>
                </a:solidFill>
                <a:latin typeface="Lucida Sans Unicode"/>
                <a:cs typeface="Lucida Sans Unicode"/>
              </a:rPr>
              <a:t>database.</a:t>
            </a:r>
            <a:endParaRPr sz="2900">
              <a:latin typeface="Lucida Sans Unicode"/>
              <a:cs typeface="Lucida Sans Unicode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998780" y="4710345"/>
            <a:ext cx="6597015" cy="1054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399"/>
              </a:lnSpc>
              <a:spcBef>
                <a:spcPts val="100"/>
              </a:spcBef>
            </a:pPr>
            <a:r>
              <a:rPr dirty="0" sz="2900" spc="110">
                <a:solidFill>
                  <a:srgbClr val="7C79AB"/>
                </a:solidFill>
                <a:latin typeface="Lucida Sans Unicode"/>
                <a:cs typeface="Lucida Sans Unicode"/>
              </a:rPr>
              <a:t>We</a:t>
            </a:r>
            <a:r>
              <a:rPr dirty="0" sz="2900" spc="-18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store</a:t>
            </a:r>
            <a:r>
              <a:rPr dirty="0" sz="2900" spc="-18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7C79AB"/>
                </a:solidFill>
                <a:latin typeface="Lucida Sans Unicode"/>
                <a:cs typeface="Lucida Sans Unicode"/>
              </a:rPr>
              <a:t>shipment</a:t>
            </a:r>
            <a:r>
              <a:rPr dirty="0" sz="29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data,</a:t>
            </a:r>
            <a:r>
              <a:rPr dirty="0" sz="2900" spc="-18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7C79AB"/>
                </a:solidFill>
                <a:latin typeface="Lucida Sans Unicode"/>
                <a:cs typeface="Lucida Sans Unicode"/>
              </a:rPr>
              <a:t>address</a:t>
            </a:r>
            <a:r>
              <a:rPr dirty="0" sz="2900" spc="-18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5">
                <a:solidFill>
                  <a:srgbClr val="7C79AB"/>
                </a:solidFill>
                <a:latin typeface="Lucida Sans Unicode"/>
                <a:cs typeface="Lucida Sans Unicode"/>
              </a:rPr>
              <a:t>and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payment</a:t>
            </a:r>
            <a:r>
              <a:rPr dirty="0" sz="2900" spc="-12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data</a:t>
            </a:r>
            <a:r>
              <a:rPr dirty="0" sz="2900" spc="-12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45">
                <a:solidFill>
                  <a:srgbClr val="7C79AB"/>
                </a:solidFill>
                <a:latin typeface="Lucida Sans Unicode"/>
                <a:cs typeface="Lucida Sans Unicode"/>
              </a:rPr>
              <a:t>in</a:t>
            </a:r>
            <a:r>
              <a:rPr dirty="0" sz="2900" spc="-12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145">
                <a:solidFill>
                  <a:srgbClr val="7C79AB"/>
                </a:solidFill>
                <a:latin typeface="Lucida Sans Unicode"/>
                <a:cs typeface="Lucida Sans Unicode"/>
              </a:rPr>
              <a:t>JSON.</a:t>
            </a:r>
            <a:endParaRPr sz="2900">
              <a:latin typeface="Lucida Sans Unicode"/>
              <a:cs typeface="Lucida Sans Unicode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999375" y="6332163"/>
            <a:ext cx="6466840" cy="1054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90170">
              <a:lnSpc>
                <a:spcPct val="116399"/>
              </a:lnSpc>
              <a:spcBef>
                <a:spcPts val="95"/>
              </a:spcBef>
            </a:pPr>
            <a:r>
              <a:rPr dirty="0" sz="2900" spc="-10">
                <a:solidFill>
                  <a:srgbClr val="7C79AB"/>
                </a:solidFill>
                <a:latin typeface="Lucida Sans Unicode"/>
                <a:cs typeface="Lucida Sans Unicode"/>
              </a:rPr>
              <a:t>backend</a:t>
            </a:r>
            <a:r>
              <a:rPr dirty="0" sz="2900" spc="-12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performs</a:t>
            </a:r>
            <a:r>
              <a:rPr dirty="0" sz="2900" spc="-12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strict</a:t>
            </a:r>
            <a:r>
              <a:rPr dirty="0" sz="2900" spc="-12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70">
                <a:solidFill>
                  <a:srgbClr val="7C79AB"/>
                </a:solidFill>
                <a:latin typeface="Lucida Sans Unicode"/>
                <a:cs typeface="Lucida Sans Unicode"/>
              </a:rPr>
              <a:t>server-</a:t>
            </a:r>
            <a:r>
              <a:rPr dirty="0" sz="2900" spc="-20">
                <a:solidFill>
                  <a:srgbClr val="7C79AB"/>
                </a:solidFill>
                <a:latin typeface="Lucida Sans Unicode"/>
                <a:cs typeface="Lucida Sans Unicode"/>
              </a:rPr>
              <a:t>side </a:t>
            </a:r>
            <a:r>
              <a:rPr dirty="0" sz="2900" spc="-10">
                <a:solidFill>
                  <a:srgbClr val="7C79AB"/>
                </a:solidFill>
                <a:latin typeface="Lucida Sans Unicode"/>
                <a:cs typeface="Lucida Sans Unicode"/>
              </a:rPr>
              <a:t>validation.</a:t>
            </a:r>
            <a:endParaRPr sz="2900">
              <a:latin typeface="Lucida Sans Unicode"/>
              <a:cs typeface="Lucida Sans Unicode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096484" y="1859140"/>
            <a:ext cx="8448040" cy="5225415"/>
          </a:xfrm>
          <a:prstGeom prst="rect">
            <a:avLst/>
          </a:prstGeom>
        </p:spPr>
        <p:txBody>
          <a:bodyPr wrap="square" lIns="0" tIns="281940" rIns="0" bIns="0" rtlCol="0" vert="horz">
            <a:spAutoFit/>
          </a:bodyPr>
          <a:lstStyle/>
          <a:p>
            <a:pPr marL="231775">
              <a:lnSpc>
                <a:spcPct val="100000"/>
              </a:lnSpc>
              <a:spcBef>
                <a:spcPts val="2220"/>
              </a:spcBef>
            </a:pPr>
            <a:r>
              <a:rPr dirty="0" sz="3000" spc="65">
                <a:solidFill>
                  <a:srgbClr val="7C79AB"/>
                </a:solidFill>
                <a:latin typeface="Lucida Sans Unicode"/>
                <a:cs typeface="Lucida Sans Unicode"/>
              </a:rPr>
              <a:t>Each</a:t>
            </a:r>
            <a:r>
              <a:rPr dirty="0" sz="3000" spc="-14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35">
                <a:solidFill>
                  <a:srgbClr val="7C79AB"/>
                </a:solidFill>
                <a:latin typeface="Lucida Sans Unicode"/>
                <a:cs typeface="Lucida Sans Unicode"/>
              </a:rPr>
              <a:t>major</a:t>
            </a:r>
            <a:r>
              <a:rPr dirty="0" sz="3000" spc="-14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step</a:t>
            </a:r>
            <a:r>
              <a:rPr dirty="0" sz="3000" spc="-13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45">
                <a:solidFill>
                  <a:srgbClr val="7C79AB"/>
                </a:solidFill>
                <a:latin typeface="Lucida Sans Unicode"/>
                <a:cs typeface="Lucida Sans Unicode"/>
              </a:rPr>
              <a:t>talks</a:t>
            </a:r>
            <a:r>
              <a:rPr dirty="0" sz="3000" spc="-14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to</a:t>
            </a:r>
            <a:r>
              <a:rPr dirty="0" sz="3000" spc="-13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a</a:t>
            </a:r>
            <a:r>
              <a:rPr dirty="0" sz="3000" spc="-14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dedicated</a:t>
            </a:r>
            <a:r>
              <a:rPr dirty="0" sz="3000" spc="-14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20">
                <a:solidFill>
                  <a:srgbClr val="7C79AB"/>
                </a:solidFill>
                <a:latin typeface="Lucida Sans Unicode"/>
                <a:cs typeface="Lucida Sans Unicode"/>
              </a:rPr>
              <a:t>API:</a:t>
            </a:r>
            <a:endParaRPr sz="3000">
              <a:latin typeface="Lucida Sans Unicode"/>
              <a:cs typeface="Lucida Sans Unicode"/>
            </a:endParaRPr>
          </a:p>
          <a:p>
            <a:pPr marL="203835">
              <a:lnSpc>
                <a:spcPct val="100000"/>
              </a:lnSpc>
              <a:spcBef>
                <a:spcPts val="2120"/>
              </a:spcBef>
            </a:pP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Estimate</a:t>
            </a:r>
            <a:r>
              <a:rPr dirty="0" sz="3000" spc="-9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75">
                <a:solidFill>
                  <a:srgbClr val="7C79AB"/>
                </a:solidFill>
                <a:latin typeface="Lucida Sans Unicode"/>
                <a:cs typeface="Lucida Sans Unicode"/>
              </a:rPr>
              <a:t>API</a:t>
            </a:r>
            <a:r>
              <a:rPr dirty="0" sz="3000" spc="-9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calculates</a:t>
            </a:r>
            <a:r>
              <a:rPr dirty="0" sz="3000" spc="-9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price</a:t>
            </a:r>
            <a:r>
              <a:rPr dirty="0" sz="3000" spc="-9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and</a:t>
            </a:r>
            <a:r>
              <a:rPr dirty="0" sz="3000" spc="-9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0">
                <a:solidFill>
                  <a:srgbClr val="7C79AB"/>
                </a:solidFill>
                <a:latin typeface="Lucida Sans Unicode"/>
                <a:cs typeface="Lucida Sans Unicode"/>
              </a:rPr>
              <a:t>duration.</a:t>
            </a:r>
            <a:endParaRPr sz="3000">
              <a:latin typeface="Lucida Sans Unicode"/>
              <a:cs typeface="Lucida Sans Unicode"/>
            </a:endParaRPr>
          </a:p>
          <a:p>
            <a:pPr marL="118745">
              <a:lnSpc>
                <a:spcPct val="100000"/>
              </a:lnSpc>
              <a:spcBef>
                <a:spcPts val="3370"/>
              </a:spcBef>
            </a:pPr>
            <a:r>
              <a:rPr dirty="0" sz="3000" spc="-20">
                <a:solidFill>
                  <a:srgbClr val="7C79AB"/>
                </a:solidFill>
                <a:latin typeface="Lucida Sans Unicode"/>
                <a:cs typeface="Lucida Sans Unicode"/>
              </a:rPr>
              <a:t>Address</a:t>
            </a:r>
            <a:r>
              <a:rPr dirty="0" sz="3000" spc="-13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parser</a:t>
            </a:r>
            <a:r>
              <a:rPr dirty="0" sz="3000" spc="-13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75">
                <a:solidFill>
                  <a:srgbClr val="7C79AB"/>
                </a:solidFill>
                <a:latin typeface="Lucida Sans Unicode"/>
                <a:cs typeface="Lucida Sans Unicode"/>
              </a:rPr>
              <a:t>API</a:t>
            </a:r>
            <a:r>
              <a:rPr dirty="0" sz="3000" spc="-13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0">
                <a:solidFill>
                  <a:srgbClr val="7C79AB"/>
                </a:solidFill>
                <a:latin typeface="Lucida Sans Unicode"/>
                <a:cs typeface="Lucida Sans Unicode"/>
              </a:rPr>
              <a:t>extracts</a:t>
            </a:r>
            <a:r>
              <a:rPr dirty="0" sz="3000" spc="-13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structured</a:t>
            </a:r>
            <a:r>
              <a:rPr dirty="0" sz="3000" spc="-13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0">
                <a:solidFill>
                  <a:srgbClr val="7C79AB"/>
                </a:solidFill>
                <a:latin typeface="Lucida Sans Unicode"/>
                <a:cs typeface="Lucida Sans Unicode"/>
              </a:rPr>
              <a:t>fields.</a:t>
            </a:r>
            <a:endParaRPr sz="3000">
              <a:latin typeface="Lucida Sans Unicode"/>
              <a:cs typeface="Lucida Sans Unicode"/>
            </a:endParaRPr>
          </a:p>
          <a:p>
            <a:pPr marL="12700" marR="1141095">
              <a:lnSpc>
                <a:spcPct val="116700"/>
              </a:lnSpc>
              <a:spcBef>
                <a:spcPts val="2775"/>
              </a:spcBef>
            </a:pPr>
            <a:r>
              <a:rPr dirty="0" sz="3000" spc="45">
                <a:solidFill>
                  <a:srgbClr val="7C79AB"/>
                </a:solidFill>
                <a:latin typeface="Lucida Sans Unicode"/>
                <a:cs typeface="Lucida Sans Unicode"/>
              </a:rPr>
              <a:t>Payment</a:t>
            </a:r>
            <a:r>
              <a:rPr dirty="0" sz="30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75">
                <a:solidFill>
                  <a:srgbClr val="7C79AB"/>
                </a:solidFill>
                <a:latin typeface="Lucida Sans Unicode"/>
                <a:cs typeface="Lucida Sans Unicode"/>
              </a:rPr>
              <a:t>API</a:t>
            </a:r>
            <a:r>
              <a:rPr dirty="0" sz="3000" spc="-15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validates</a:t>
            </a:r>
            <a:r>
              <a:rPr dirty="0" sz="30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and</a:t>
            </a:r>
            <a:r>
              <a:rPr dirty="0" sz="3000" spc="-15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records</a:t>
            </a:r>
            <a:r>
              <a:rPr dirty="0" sz="30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20">
                <a:solidFill>
                  <a:srgbClr val="7C79AB"/>
                </a:solidFill>
                <a:latin typeface="Lucida Sans Unicode"/>
                <a:cs typeface="Lucida Sans Unicode"/>
              </a:rPr>
              <a:t>card </a:t>
            </a:r>
            <a:r>
              <a:rPr dirty="0" sz="3000" spc="-10">
                <a:solidFill>
                  <a:srgbClr val="7C79AB"/>
                </a:solidFill>
                <a:latin typeface="Lucida Sans Unicode"/>
                <a:cs typeface="Lucida Sans Unicode"/>
              </a:rPr>
              <a:t>details.</a:t>
            </a:r>
            <a:endParaRPr sz="3000">
              <a:latin typeface="Lucida Sans Unicode"/>
              <a:cs typeface="Lucida Sans Unicode"/>
            </a:endParaRPr>
          </a:p>
          <a:p>
            <a:pPr marL="12700" marR="111760">
              <a:lnSpc>
                <a:spcPct val="116700"/>
              </a:lnSpc>
              <a:spcBef>
                <a:spcPts val="2950"/>
              </a:spcBef>
            </a:pP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Label</a:t>
            </a:r>
            <a:r>
              <a:rPr dirty="0" sz="3000" spc="-13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20">
                <a:solidFill>
                  <a:srgbClr val="7C79AB"/>
                </a:solidFill>
                <a:latin typeface="Lucida Sans Unicode"/>
                <a:cs typeface="Lucida Sans Unicode"/>
              </a:rPr>
              <a:t>generator</a:t>
            </a:r>
            <a:r>
              <a:rPr dirty="0" sz="3000" spc="-12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75">
                <a:solidFill>
                  <a:srgbClr val="7C79AB"/>
                </a:solidFill>
                <a:latin typeface="Lucida Sans Unicode"/>
                <a:cs typeface="Lucida Sans Unicode"/>
              </a:rPr>
              <a:t>API</a:t>
            </a:r>
            <a:r>
              <a:rPr dirty="0" sz="3000" spc="-12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creates</a:t>
            </a:r>
            <a:r>
              <a:rPr dirty="0" sz="3000" spc="-12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the</a:t>
            </a:r>
            <a:r>
              <a:rPr dirty="0" sz="3000" spc="-12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final</a:t>
            </a:r>
            <a:r>
              <a:rPr dirty="0" sz="3000" spc="-12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0">
                <a:solidFill>
                  <a:srgbClr val="7C79AB"/>
                </a:solidFill>
                <a:latin typeface="Lucida Sans Unicode"/>
                <a:cs typeface="Lucida Sans Unicode"/>
              </a:rPr>
              <a:t>shipping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label</a:t>
            </a:r>
            <a:r>
              <a:rPr dirty="0" sz="3000" spc="-16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with</a:t>
            </a:r>
            <a:r>
              <a:rPr dirty="0" sz="30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55">
                <a:solidFill>
                  <a:srgbClr val="7C79AB"/>
                </a:solidFill>
                <a:latin typeface="Lucida Sans Unicode"/>
                <a:cs typeface="Lucida Sans Unicode"/>
              </a:rPr>
              <a:t>tracking</a:t>
            </a:r>
            <a:r>
              <a:rPr dirty="0" sz="30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20">
                <a:solidFill>
                  <a:srgbClr val="7C79AB"/>
                </a:solidFill>
                <a:latin typeface="Lucida Sans Unicode"/>
                <a:cs typeface="Lucida Sans Unicode"/>
              </a:rPr>
              <a:t>IDs.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429178" y="8162463"/>
            <a:ext cx="16221075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-80">
                <a:solidFill>
                  <a:srgbClr val="7C79AB"/>
                </a:solidFill>
                <a:latin typeface="Lucida Sans Unicode"/>
                <a:cs typeface="Lucida Sans Unicode"/>
              </a:rPr>
              <a:t>This</a:t>
            </a:r>
            <a:r>
              <a:rPr dirty="0" sz="3100" spc="-15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7C79AB"/>
                </a:solidFill>
                <a:latin typeface="Lucida Sans Unicode"/>
                <a:cs typeface="Lucida Sans Unicode"/>
              </a:rPr>
              <a:t>flow</a:t>
            </a:r>
            <a:r>
              <a:rPr dirty="0" sz="3100" spc="-15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10">
                <a:solidFill>
                  <a:srgbClr val="7C79AB"/>
                </a:solidFill>
                <a:latin typeface="Lucida Sans Unicode"/>
                <a:cs typeface="Lucida Sans Unicode"/>
              </a:rPr>
              <a:t>ensures</a:t>
            </a:r>
            <a:r>
              <a:rPr dirty="0" sz="3100" spc="-14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7C79AB"/>
                </a:solidFill>
                <a:latin typeface="Lucida Sans Unicode"/>
                <a:cs typeface="Lucida Sans Unicode"/>
              </a:rPr>
              <a:t>the</a:t>
            </a:r>
            <a:r>
              <a:rPr dirty="0" sz="3100" spc="-15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7C79AB"/>
                </a:solidFill>
                <a:latin typeface="Lucida Sans Unicode"/>
                <a:cs typeface="Lucida Sans Unicode"/>
              </a:rPr>
              <a:t>system</a:t>
            </a:r>
            <a:r>
              <a:rPr dirty="0" sz="3100" spc="-15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65">
                <a:solidFill>
                  <a:srgbClr val="7C79AB"/>
                </a:solidFill>
                <a:latin typeface="Lucida Sans Unicode"/>
                <a:cs typeface="Lucida Sans Unicode"/>
              </a:rPr>
              <a:t>is</a:t>
            </a:r>
            <a:r>
              <a:rPr dirty="0" sz="3100" spc="-14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20">
                <a:solidFill>
                  <a:srgbClr val="7C79AB"/>
                </a:solidFill>
                <a:latin typeface="Lucida Sans Unicode"/>
                <a:cs typeface="Lucida Sans Unicode"/>
              </a:rPr>
              <a:t>secure,</a:t>
            </a:r>
            <a:r>
              <a:rPr dirty="0" sz="3100" spc="-15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7C79AB"/>
                </a:solidFill>
                <a:latin typeface="Lucida Sans Unicode"/>
                <a:cs typeface="Lucida Sans Unicode"/>
              </a:rPr>
              <a:t>consistent</a:t>
            </a:r>
            <a:r>
              <a:rPr dirty="0" sz="3100" spc="-15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7C79AB"/>
                </a:solidFill>
                <a:latin typeface="Lucida Sans Unicode"/>
                <a:cs typeface="Lucida Sans Unicode"/>
              </a:rPr>
              <a:t>and</a:t>
            </a:r>
            <a:r>
              <a:rPr dirty="0" sz="3100" spc="-145">
                <a:solidFill>
                  <a:srgbClr val="7C79AB"/>
                </a:solidFill>
                <a:latin typeface="Lucida Sans Unicode"/>
                <a:cs typeface="Lucida Sans Unicode"/>
              </a:rPr>
              <a:t> user-</a:t>
            </a:r>
            <a:r>
              <a:rPr dirty="0" sz="3100">
                <a:solidFill>
                  <a:srgbClr val="7C79AB"/>
                </a:solidFill>
                <a:latin typeface="Lucida Sans Unicode"/>
                <a:cs typeface="Lucida Sans Unicode"/>
              </a:rPr>
              <a:t>friendly</a:t>
            </a:r>
            <a:r>
              <a:rPr dirty="0" sz="3100" spc="-15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10">
                <a:solidFill>
                  <a:srgbClr val="7C79AB"/>
                </a:solidFill>
                <a:latin typeface="Lucida Sans Unicode"/>
                <a:cs typeface="Lucida Sans Unicode"/>
              </a:rPr>
              <a:t>from</a:t>
            </a:r>
            <a:r>
              <a:rPr dirty="0" sz="3100" spc="-15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7C79AB"/>
                </a:solidFill>
                <a:latin typeface="Lucida Sans Unicode"/>
                <a:cs typeface="Lucida Sans Unicode"/>
              </a:rPr>
              <a:t>start</a:t>
            </a:r>
            <a:r>
              <a:rPr dirty="0" sz="3100" spc="-14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7C79AB"/>
                </a:solidFill>
                <a:latin typeface="Lucida Sans Unicode"/>
                <a:cs typeface="Lucida Sans Unicode"/>
              </a:rPr>
              <a:t>to</a:t>
            </a:r>
            <a:r>
              <a:rPr dirty="0" sz="3100" spc="-15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20">
                <a:solidFill>
                  <a:srgbClr val="7C79AB"/>
                </a:solidFill>
                <a:latin typeface="Lucida Sans Unicode"/>
                <a:cs typeface="Lucida Sans Unicode"/>
              </a:rPr>
              <a:t>end.</a:t>
            </a:r>
            <a:endParaRPr sz="3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469" rIns="0" bIns="0" rtlCol="0" vert="horz">
            <a:spAutoFit/>
          </a:bodyPr>
          <a:lstStyle/>
          <a:p>
            <a:pPr marL="1666875">
              <a:lnSpc>
                <a:spcPct val="100000"/>
              </a:lnSpc>
              <a:spcBef>
                <a:spcPts val="125"/>
              </a:spcBef>
            </a:pPr>
            <a:r>
              <a:rPr dirty="0" spc="-385"/>
              <a:t>Roadmap</a:t>
            </a:r>
            <a:r>
              <a:rPr dirty="0" spc="170"/>
              <a:t> </a:t>
            </a:r>
            <a:r>
              <a:rPr dirty="0"/>
              <a:t>&amp;</a:t>
            </a:r>
            <a:r>
              <a:rPr dirty="0" spc="170"/>
              <a:t> </a:t>
            </a:r>
            <a:r>
              <a:rPr dirty="0" spc="-520"/>
              <a:t>Future</a:t>
            </a:r>
            <a:r>
              <a:rPr dirty="0" spc="170"/>
              <a:t> </a:t>
            </a:r>
            <a:r>
              <a:rPr dirty="0" spc="-425"/>
              <a:t>Vision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35" y="7087"/>
            <a:ext cx="1028700" cy="1013460"/>
          </a:xfrm>
          <a:custGeom>
            <a:avLst/>
            <a:gdLst/>
            <a:ahLst/>
            <a:cxnLst/>
            <a:rect l="l" t="t" r="r" b="b"/>
            <a:pathLst>
              <a:path w="1028700" h="1013460">
                <a:moveTo>
                  <a:pt x="0" y="0"/>
                </a:moveTo>
                <a:lnTo>
                  <a:pt x="1028564" y="0"/>
                </a:lnTo>
                <a:lnTo>
                  <a:pt x="0" y="1013428"/>
                </a:lnTo>
                <a:lnTo>
                  <a:pt x="0" y="0"/>
                </a:lnTo>
                <a:close/>
              </a:path>
            </a:pathLst>
          </a:custGeom>
          <a:solidFill>
            <a:srgbClr val="7C79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76997" y="8875975"/>
            <a:ext cx="311150" cy="1175385"/>
          </a:xfrm>
          <a:prstGeom prst="rect">
            <a:avLst/>
          </a:prstGeom>
        </p:spPr>
        <p:txBody>
          <a:bodyPr wrap="square" lIns="0" tIns="44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850" spc="-90" b="1">
                <a:solidFill>
                  <a:srgbClr val="7C79AB"/>
                </a:solidFill>
                <a:latin typeface="Verdana"/>
                <a:cs typeface="Verdana"/>
              </a:rPr>
              <a:t>DOCSHIP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7709508" y="9716554"/>
            <a:ext cx="578485" cy="570230"/>
          </a:xfrm>
          <a:custGeom>
            <a:avLst/>
            <a:gdLst/>
            <a:ahLst/>
            <a:cxnLst/>
            <a:rect l="l" t="t" r="r" b="b"/>
            <a:pathLst>
              <a:path w="578484" h="570229">
                <a:moveTo>
                  <a:pt x="578269" y="569760"/>
                </a:moveTo>
                <a:lnTo>
                  <a:pt x="0" y="569760"/>
                </a:lnTo>
                <a:lnTo>
                  <a:pt x="578269" y="0"/>
                </a:lnTo>
                <a:lnTo>
                  <a:pt x="578269" y="569760"/>
                </a:lnTo>
                <a:close/>
              </a:path>
            </a:pathLst>
          </a:custGeom>
          <a:solidFill>
            <a:srgbClr val="7C79A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104" y="2062734"/>
            <a:ext cx="133349" cy="13334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424879" y="1869058"/>
            <a:ext cx="16261080" cy="7269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5275">
              <a:lnSpc>
                <a:spcPct val="100000"/>
              </a:lnSpc>
              <a:spcBef>
                <a:spcPts val="100"/>
              </a:spcBef>
            </a:pPr>
            <a:r>
              <a:rPr dirty="0" sz="3000" spc="105">
                <a:solidFill>
                  <a:srgbClr val="7C79AB"/>
                </a:solidFill>
                <a:latin typeface="Lucida Sans Unicode"/>
                <a:cs typeface="Lucida Sans Unicode"/>
              </a:rPr>
              <a:t>We</a:t>
            </a:r>
            <a:r>
              <a:rPr dirty="0" sz="30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will</a:t>
            </a:r>
            <a:r>
              <a:rPr dirty="0" sz="30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35">
                <a:solidFill>
                  <a:srgbClr val="7C79AB"/>
                </a:solidFill>
                <a:latin typeface="Lucida Sans Unicode"/>
                <a:cs typeface="Lucida Sans Unicode"/>
              </a:rPr>
              <a:t>upgrade</a:t>
            </a:r>
            <a:r>
              <a:rPr dirty="0" sz="30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from</a:t>
            </a:r>
            <a:r>
              <a:rPr dirty="0" sz="30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245">
                <a:solidFill>
                  <a:srgbClr val="7C79AB"/>
                </a:solidFill>
                <a:latin typeface="Lucida Sans Unicode"/>
                <a:cs typeface="Lucida Sans Unicode"/>
              </a:rPr>
              <a:t>JSON</a:t>
            </a:r>
            <a:r>
              <a:rPr dirty="0" sz="30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30">
                <a:solidFill>
                  <a:srgbClr val="7C79AB"/>
                </a:solidFill>
                <a:latin typeface="Lucida Sans Unicode"/>
                <a:cs typeface="Lucida Sans Unicode"/>
              </a:rPr>
              <a:t>storage</a:t>
            </a:r>
            <a:r>
              <a:rPr dirty="0" sz="30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to</a:t>
            </a:r>
            <a:r>
              <a:rPr dirty="0" sz="3000" spc="-17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a</a:t>
            </a:r>
            <a:r>
              <a:rPr dirty="0" sz="30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faster</a:t>
            </a:r>
            <a:r>
              <a:rPr dirty="0" sz="30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and</a:t>
            </a:r>
            <a:r>
              <a:rPr dirty="0" sz="30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secure</a:t>
            </a:r>
            <a:r>
              <a:rPr dirty="0" sz="30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database</a:t>
            </a:r>
            <a:r>
              <a:rPr dirty="0" sz="30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0">
                <a:solidFill>
                  <a:srgbClr val="7C79AB"/>
                </a:solidFill>
                <a:latin typeface="Lucida Sans Unicode"/>
                <a:cs typeface="Lucida Sans Unicode"/>
              </a:rPr>
              <a:t>layer</a:t>
            </a:r>
            <a:endParaRPr sz="3000">
              <a:latin typeface="Lucida Sans Unicode"/>
              <a:cs typeface="Lucida Sans Unicode"/>
            </a:endParaRPr>
          </a:p>
          <a:p>
            <a:pPr marL="323215" marR="4775200" indent="20955">
              <a:lnSpc>
                <a:spcPct val="169300"/>
              </a:lnSpc>
              <a:spcBef>
                <a:spcPts val="710"/>
              </a:spcBef>
            </a:pPr>
            <a:r>
              <a:rPr dirty="0" sz="3000" spc="105">
                <a:solidFill>
                  <a:srgbClr val="7C79AB"/>
                </a:solidFill>
                <a:latin typeface="Lucida Sans Unicode"/>
                <a:cs typeface="Lucida Sans Unicode"/>
              </a:rPr>
              <a:t>We</a:t>
            </a:r>
            <a:r>
              <a:rPr dirty="0" sz="3000" spc="-18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are</a:t>
            </a:r>
            <a:r>
              <a:rPr dirty="0" sz="30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35">
                <a:solidFill>
                  <a:srgbClr val="7C79AB"/>
                </a:solidFill>
                <a:latin typeface="Lucida Sans Unicode"/>
                <a:cs typeface="Lucida Sans Unicode"/>
              </a:rPr>
              <a:t>adding</a:t>
            </a:r>
            <a:r>
              <a:rPr dirty="0" sz="3000" spc="-18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new</a:t>
            </a:r>
            <a:r>
              <a:rPr dirty="0" sz="30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international</a:t>
            </a:r>
            <a:r>
              <a:rPr dirty="0" sz="3000" spc="-18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0">
                <a:solidFill>
                  <a:srgbClr val="7C79AB"/>
                </a:solidFill>
                <a:latin typeface="Lucida Sans Unicode"/>
                <a:cs typeface="Lucida Sans Unicode"/>
              </a:rPr>
              <a:t>routes,not</a:t>
            </a:r>
            <a:r>
              <a:rPr dirty="0" sz="30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30">
                <a:solidFill>
                  <a:srgbClr val="7C79AB"/>
                </a:solidFill>
                <a:latin typeface="Lucida Sans Unicode"/>
                <a:cs typeface="Lucida Sans Unicode"/>
              </a:rPr>
              <a:t>just</a:t>
            </a:r>
            <a:r>
              <a:rPr dirty="0" sz="3000" spc="-18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95">
                <a:solidFill>
                  <a:srgbClr val="7C79AB"/>
                </a:solidFill>
                <a:latin typeface="Lucida Sans Unicode"/>
                <a:cs typeface="Lucida Sans Unicode"/>
              </a:rPr>
              <a:t>USA</a:t>
            </a:r>
            <a:r>
              <a:rPr dirty="0" sz="3000" spc="-18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to</a:t>
            </a:r>
            <a:r>
              <a:rPr dirty="0" sz="3000" spc="-18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0">
                <a:solidFill>
                  <a:srgbClr val="7C79AB"/>
                </a:solidFill>
                <a:latin typeface="Lucida Sans Unicode"/>
                <a:cs typeface="Lucida Sans Unicode"/>
              </a:rPr>
              <a:t>India. </a:t>
            </a:r>
            <a:r>
              <a:rPr dirty="0" sz="3000" spc="105">
                <a:solidFill>
                  <a:srgbClr val="7C79AB"/>
                </a:solidFill>
                <a:latin typeface="Lucida Sans Unicode"/>
                <a:cs typeface="Lucida Sans Unicode"/>
              </a:rPr>
              <a:t>We</a:t>
            </a:r>
            <a:r>
              <a:rPr dirty="0" sz="3000" spc="-17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plan</a:t>
            </a:r>
            <a:r>
              <a:rPr dirty="0" sz="3000" spc="-16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to</a:t>
            </a:r>
            <a:r>
              <a:rPr dirty="0" sz="3000" spc="-16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0">
                <a:solidFill>
                  <a:srgbClr val="7C79AB"/>
                </a:solidFill>
                <a:latin typeface="Lucida Sans Unicode"/>
                <a:cs typeface="Lucida Sans Unicode"/>
              </a:rPr>
              <a:t>introduce:</a:t>
            </a:r>
            <a:endParaRPr sz="3000">
              <a:latin typeface="Lucida Sans Unicode"/>
              <a:cs typeface="Lucida Sans Unicode"/>
            </a:endParaRPr>
          </a:p>
          <a:p>
            <a:pPr marL="4951730" indent="-361950">
              <a:lnSpc>
                <a:spcPct val="100000"/>
              </a:lnSpc>
              <a:spcBef>
                <a:spcPts val="2435"/>
              </a:spcBef>
              <a:buAutoNum type="arabicPeriod"/>
              <a:tabLst>
                <a:tab pos="4951730" algn="l"/>
              </a:tabLst>
            </a:pPr>
            <a:r>
              <a:rPr dirty="0" sz="2900" spc="-120">
                <a:solidFill>
                  <a:srgbClr val="7C79AB"/>
                </a:solidFill>
                <a:latin typeface="Lucida Sans Unicode"/>
                <a:cs typeface="Lucida Sans Unicode"/>
              </a:rPr>
              <a:t>Real-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time</a:t>
            </a:r>
            <a:r>
              <a:rPr dirty="0" sz="2900" spc="-16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7C79AB"/>
                </a:solidFill>
                <a:latin typeface="Lucida Sans Unicode"/>
                <a:cs typeface="Lucida Sans Unicode"/>
              </a:rPr>
              <a:t>tracking</a:t>
            </a:r>
            <a:endParaRPr sz="2900">
              <a:latin typeface="Lucida Sans Unicode"/>
              <a:cs typeface="Lucida Sans Unicode"/>
            </a:endParaRPr>
          </a:p>
          <a:p>
            <a:pPr marL="4951730" indent="-361950">
              <a:lnSpc>
                <a:spcPct val="100000"/>
              </a:lnSpc>
              <a:spcBef>
                <a:spcPts val="570"/>
              </a:spcBef>
              <a:buAutoNum type="arabicPeriod"/>
              <a:tabLst>
                <a:tab pos="4951730" algn="l"/>
              </a:tabLst>
            </a:pP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Whatsapp</a:t>
            </a:r>
            <a:r>
              <a:rPr dirty="0" sz="2900" spc="-11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and</a:t>
            </a:r>
            <a:r>
              <a:rPr dirty="0" sz="2900" spc="-11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0">
                <a:solidFill>
                  <a:srgbClr val="7C79AB"/>
                </a:solidFill>
                <a:latin typeface="Lucida Sans Unicode"/>
                <a:cs typeface="Lucida Sans Unicode"/>
              </a:rPr>
              <a:t>email</a:t>
            </a:r>
            <a:r>
              <a:rPr dirty="0" sz="2900" spc="-10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7C79AB"/>
                </a:solidFill>
                <a:latin typeface="Lucida Sans Unicode"/>
                <a:cs typeface="Lucida Sans Unicode"/>
              </a:rPr>
              <a:t>notifications</a:t>
            </a:r>
            <a:endParaRPr sz="2900">
              <a:latin typeface="Lucida Sans Unicode"/>
              <a:cs typeface="Lucida Sans Unicode"/>
            </a:endParaRPr>
          </a:p>
          <a:p>
            <a:pPr marL="4951730" indent="-361950">
              <a:lnSpc>
                <a:spcPct val="100000"/>
              </a:lnSpc>
              <a:spcBef>
                <a:spcPts val="570"/>
              </a:spcBef>
              <a:buAutoNum type="arabicPeriod"/>
              <a:tabLst>
                <a:tab pos="4951730" algn="l"/>
              </a:tabLst>
            </a:pPr>
            <a:r>
              <a:rPr dirty="0" sz="2900" spc="-220">
                <a:solidFill>
                  <a:srgbClr val="7C79AB"/>
                </a:solidFill>
                <a:latin typeface="Lucida Sans Unicode"/>
                <a:cs typeface="Lucida Sans Unicode"/>
              </a:rPr>
              <a:t>AI-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powered</a:t>
            </a:r>
            <a:r>
              <a:rPr dirty="0" sz="2900" spc="-12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7C79AB"/>
                </a:solidFill>
                <a:latin typeface="Lucida Sans Unicode"/>
                <a:cs typeface="Lucida Sans Unicode"/>
              </a:rPr>
              <a:t>address</a:t>
            </a:r>
            <a:r>
              <a:rPr dirty="0" sz="2900" spc="-12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7C79AB"/>
                </a:solidFill>
                <a:latin typeface="Lucida Sans Unicode"/>
                <a:cs typeface="Lucida Sans Unicode"/>
              </a:rPr>
              <a:t>correction</a:t>
            </a:r>
            <a:endParaRPr sz="2900">
              <a:latin typeface="Lucida Sans Unicode"/>
              <a:cs typeface="Lucida Sans Unicode"/>
            </a:endParaRPr>
          </a:p>
          <a:p>
            <a:pPr marL="4951730" indent="-361950">
              <a:lnSpc>
                <a:spcPct val="100000"/>
              </a:lnSpc>
              <a:spcBef>
                <a:spcPts val="570"/>
              </a:spcBef>
              <a:buAutoNum type="arabicPeriod"/>
              <a:tabLst>
                <a:tab pos="4951730" algn="l"/>
              </a:tabLst>
            </a:pPr>
            <a:r>
              <a:rPr dirty="0" sz="2900" spc="95">
                <a:solidFill>
                  <a:srgbClr val="7C79AB"/>
                </a:solidFill>
                <a:latin typeface="Lucida Sans Unicode"/>
                <a:cs typeface="Lucida Sans Unicode"/>
              </a:rPr>
              <a:t>Better</a:t>
            </a:r>
            <a:r>
              <a:rPr dirty="0" sz="2900" spc="-12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7C79AB"/>
                </a:solidFill>
                <a:latin typeface="Lucida Sans Unicode"/>
                <a:cs typeface="Lucida Sans Unicode"/>
              </a:rPr>
              <a:t>payment</a:t>
            </a:r>
            <a:r>
              <a:rPr dirty="0" sz="2900" spc="-12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7C79AB"/>
                </a:solidFill>
                <a:latin typeface="Lucida Sans Unicode"/>
                <a:cs typeface="Lucida Sans Unicode"/>
              </a:rPr>
              <a:t>protection</a:t>
            </a:r>
            <a:endParaRPr sz="2900">
              <a:latin typeface="Lucida Sans Unicode"/>
              <a:cs typeface="Lucida Sans Unicode"/>
            </a:endParaRPr>
          </a:p>
          <a:p>
            <a:pPr marL="97155">
              <a:lnSpc>
                <a:spcPct val="100000"/>
              </a:lnSpc>
              <a:spcBef>
                <a:spcPts val="3254"/>
              </a:spcBef>
            </a:pP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Our</a:t>
            </a:r>
            <a:r>
              <a:rPr dirty="0" sz="3000" spc="-114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65">
                <a:solidFill>
                  <a:srgbClr val="7C79AB"/>
                </a:solidFill>
                <a:latin typeface="Lucida Sans Unicode"/>
                <a:cs typeface="Lucida Sans Unicode"/>
              </a:rPr>
              <a:t>goal</a:t>
            </a:r>
            <a:r>
              <a:rPr dirty="0" sz="3000" spc="-114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55">
                <a:solidFill>
                  <a:srgbClr val="7C79AB"/>
                </a:solidFill>
                <a:latin typeface="Lucida Sans Unicode"/>
                <a:cs typeface="Lucida Sans Unicode"/>
              </a:rPr>
              <a:t>is</a:t>
            </a:r>
            <a:r>
              <a:rPr dirty="0" sz="3000" spc="-114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to</a:t>
            </a:r>
            <a:r>
              <a:rPr dirty="0" sz="3000" spc="-114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become</a:t>
            </a:r>
            <a:r>
              <a:rPr dirty="0" sz="3000" spc="-114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a</a:t>
            </a:r>
            <a:r>
              <a:rPr dirty="0" sz="3000" spc="-11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completely</a:t>
            </a:r>
            <a:r>
              <a:rPr dirty="0" sz="3000" spc="-114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30">
                <a:solidFill>
                  <a:srgbClr val="7C79AB"/>
                </a:solidFill>
                <a:latin typeface="Lucida Sans Unicode"/>
                <a:cs typeface="Lucida Sans Unicode"/>
              </a:rPr>
              <a:t>self-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serve</a:t>
            </a:r>
            <a:r>
              <a:rPr dirty="0" sz="3000" spc="-114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35">
                <a:solidFill>
                  <a:srgbClr val="7C79AB"/>
                </a:solidFill>
                <a:latin typeface="Lucida Sans Unicode"/>
                <a:cs typeface="Lucida Sans Unicode"/>
              </a:rPr>
              <a:t>global</a:t>
            </a:r>
            <a:r>
              <a:rPr dirty="0" sz="3000" spc="-114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0">
                <a:solidFill>
                  <a:srgbClr val="7C79AB"/>
                </a:solidFill>
                <a:latin typeface="Lucida Sans Unicode"/>
                <a:cs typeface="Lucida Sans Unicode"/>
              </a:rPr>
              <a:t>platform.</a:t>
            </a:r>
            <a:r>
              <a:rPr dirty="0" sz="3000" spc="-114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where</a:t>
            </a:r>
            <a:r>
              <a:rPr dirty="0" sz="3000" spc="-114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customers</a:t>
            </a:r>
            <a:r>
              <a:rPr dirty="0" sz="3000" spc="-11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25">
                <a:solidFill>
                  <a:srgbClr val="7C79AB"/>
                </a:solidFill>
                <a:latin typeface="Lucida Sans Unicode"/>
                <a:cs typeface="Lucida Sans Unicode"/>
              </a:rPr>
              <a:t>can</a:t>
            </a:r>
            <a:endParaRPr sz="3000">
              <a:latin typeface="Lucida Sans Unicode"/>
              <a:cs typeface="Lucida Sans Unicode"/>
            </a:endParaRPr>
          </a:p>
          <a:p>
            <a:pPr marL="97155">
              <a:lnSpc>
                <a:spcPct val="100000"/>
              </a:lnSpc>
              <a:spcBef>
                <a:spcPts val="600"/>
              </a:spcBef>
            </a:pP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estimate</a:t>
            </a:r>
            <a:r>
              <a:rPr dirty="0" sz="3000" spc="-16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cost,</a:t>
            </a:r>
            <a:r>
              <a:rPr dirty="0" sz="30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schedule</a:t>
            </a:r>
            <a:r>
              <a:rPr dirty="0" sz="30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65">
                <a:solidFill>
                  <a:srgbClr val="7C79AB"/>
                </a:solidFill>
                <a:latin typeface="Lucida Sans Unicode"/>
                <a:cs typeface="Lucida Sans Unicode"/>
              </a:rPr>
              <a:t>pickup,</a:t>
            </a:r>
            <a:r>
              <a:rPr dirty="0" sz="30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20">
                <a:solidFill>
                  <a:srgbClr val="7C79AB"/>
                </a:solidFill>
                <a:latin typeface="Lucida Sans Unicode"/>
                <a:cs typeface="Lucida Sans Unicode"/>
              </a:rPr>
              <a:t>track</a:t>
            </a:r>
            <a:r>
              <a:rPr dirty="0" sz="30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0">
                <a:solidFill>
                  <a:srgbClr val="7C79AB"/>
                </a:solidFill>
                <a:latin typeface="Lucida Sans Unicode"/>
                <a:cs typeface="Lucida Sans Unicode"/>
              </a:rPr>
              <a:t>documents,</a:t>
            </a:r>
            <a:r>
              <a:rPr dirty="0" sz="30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and</a:t>
            </a:r>
            <a:r>
              <a:rPr dirty="0" sz="30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50">
                <a:solidFill>
                  <a:srgbClr val="7C79AB"/>
                </a:solidFill>
                <a:latin typeface="Lucida Sans Unicode"/>
                <a:cs typeface="Lucida Sans Unicode"/>
              </a:rPr>
              <a:t>manage</a:t>
            </a:r>
            <a:r>
              <a:rPr dirty="0" sz="30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everything</a:t>
            </a:r>
            <a:r>
              <a:rPr dirty="0" sz="30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50">
                <a:solidFill>
                  <a:srgbClr val="7C79AB"/>
                </a:solidFill>
                <a:latin typeface="Lucida Sans Unicode"/>
                <a:cs typeface="Lucida Sans Unicode"/>
              </a:rPr>
              <a:t>in</a:t>
            </a:r>
            <a:r>
              <a:rPr dirty="0" sz="3000" spc="-15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one</a:t>
            </a:r>
            <a:r>
              <a:rPr dirty="0" sz="3000" spc="-16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0">
                <a:solidFill>
                  <a:srgbClr val="7C79AB"/>
                </a:solidFill>
                <a:latin typeface="Lucida Sans Unicode"/>
                <a:cs typeface="Lucida Sans Unicode"/>
              </a:rPr>
              <a:t>place.</a:t>
            </a:r>
            <a:endParaRPr sz="3000">
              <a:latin typeface="Lucida Sans Unicode"/>
              <a:cs typeface="Lucida Sans Unicode"/>
            </a:endParaRPr>
          </a:p>
          <a:p>
            <a:pPr marL="12700" marR="5080">
              <a:lnSpc>
                <a:spcPct val="116700"/>
              </a:lnSpc>
              <a:spcBef>
                <a:spcPts val="3015"/>
              </a:spcBef>
            </a:pPr>
            <a:r>
              <a:rPr dirty="0" sz="3000" spc="50">
                <a:solidFill>
                  <a:srgbClr val="7C79AB"/>
                </a:solidFill>
                <a:latin typeface="Lucida Sans Unicode"/>
                <a:cs typeface="Lucida Sans Unicode"/>
              </a:rPr>
              <a:t>DocShip</a:t>
            </a:r>
            <a:r>
              <a:rPr dirty="0" sz="3000" spc="-10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35">
                <a:solidFill>
                  <a:srgbClr val="7C79AB"/>
                </a:solidFill>
                <a:latin typeface="Lucida Sans Unicode"/>
                <a:cs typeface="Lucida Sans Unicode"/>
              </a:rPr>
              <a:t>aims</a:t>
            </a:r>
            <a:r>
              <a:rPr dirty="0" sz="3000" spc="-10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to</a:t>
            </a:r>
            <a:r>
              <a:rPr dirty="0" sz="3000" spc="-10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85">
                <a:solidFill>
                  <a:srgbClr val="7C79AB"/>
                </a:solidFill>
                <a:latin typeface="Lucida Sans Unicode"/>
                <a:cs typeface="Lucida Sans Unicode"/>
              </a:rPr>
              <a:t>make</a:t>
            </a:r>
            <a:r>
              <a:rPr dirty="0" sz="3000" spc="-10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international</a:t>
            </a:r>
            <a:r>
              <a:rPr dirty="0" sz="3000" spc="-10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document</a:t>
            </a:r>
            <a:r>
              <a:rPr dirty="0" sz="3000" spc="-10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delivery</a:t>
            </a:r>
            <a:r>
              <a:rPr dirty="0" sz="3000" spc="-10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50">
                <a:solidFill>
                  <a:srgbClr val="7C79AB"/>
                </a:solidFill>
                <a:latin typeface="Lucida Sans Unicode"/>
                <a:cs typeface="Lucida Sans Unicode"/>
              </a:rPr>
              <a:t>simple,</a:t>
            </a:r>
            <a:r>
              <a:rPr dirty="0" sz="3000" spc="-10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accurate</a:t>
            </a:r>
            <a:r>
              <a:rPr dirty="0" sz="3000" spc="-10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and</a:t>
            </a:r>
            <a:r>
              <a:rPr dirty="0" sz="3000" spc="-10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0">
                <a:solidFill>
                  <a:srgbClr val="7C79AB"/>
                </a:solidFill>
                <a:latin typeface="Lucida Sans Unicode"/>
                <a:cs typeface="Lucida Sans Unicode"/>
              </a:rPr>
              <a:t>trustworthy </a:t>
            </a:r>
            <a:r>
              <a:rPr dirty="0" sz="3000">
                <a:solidFill>
                  <a:srgbClr val="7C79AB"/>
                </a:solidFill>
                <a:latin typeface="Lucida Sans Unicode"/>
                <a:cs typeface="Lucida Sans Unicode"/>
              </a:rPr>
              <a:t>for</a:t>
            </a:r>
            <a:r>
              <a:rPr dirty="0" sz="3000" spc="-16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0">
                <a:solidFill>
                  <a:srgbClr val="7C79AB"/>
                </a:solidFill>
                <a:latin typeface="Lucida Sans Unicode"/>
                <a:cs typeface="Lucida Sans Unicode"/>
              </a:rPr>
              <a:t>everyone.</a:t>
            </a:r>
            <a:endParaRPr sz="3000">
              <a:latin typeface="Lucida Sans Unicode"/>
              <a:cs typeface="Lucida Sans Unicode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9104" y="2927265"/>
            <a:ext cx="133349" cy="13334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89104" y="3701531"/>
            <a:ext cx="133349" cy="13334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89104" y="6866370"/>
            <a:ext cx="133349" cy="13334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4204" y="8315959"/>
            <a:ext cx="133349" cy="1333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65780">
              <a:lnSpc>
                <a:spcPct val="100000"/>
              </a:lnSpc>
              <a:spcBef>
                <a:spcPts val="100"/>
              </a:spcBef>
            </a:pPr>
            <a:r>
              <a:rPr dirty="0" spc="-919"/>
              <a:t>Thank</a:t>
            </a:r>
            <a:r>
              <a:rPr dirty="0" spc="165"/>
              <a:t> </a:t>
            </a:r>
            <a:r>
              <a:rPr dirty="0" spc="-1045"/>
              <a:t>You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" y="1472"/>
            <a:ext cx="18288000" cy="10285095"/>
          </a:xfrm>
          <a:custGeom>
            <a:avLst/>
            <a:gdLst/>
            <a:ahLst/>
            <a:cxnLst/>
            <a:rect l="l" t="t" r="r" b="b"/>
            <a:pathLst>
              <a:path w="18288000" h="10285095">
                <a:moveTo>
                  <a:pt x="759675" y="10284727"/>
                </a:moveTo>
                <a:lnTo>
                  <a:pt x="0" y="9536239"/>
                </a:lnTo>
                <a:lnTo>
                  <a:pt x="0" y="10284727"/>
                </a:lnTo>
                <a:lnTo>
                  <a:pt x="759675" y="10284727"/>
                </a:lnTo>
                <a:close/>
              </a:path>
              <a:path w="18288000" h="10285095">
                <a:moveTo>
                  <a:pt x="18287632" y="0"/>
                </a:moveTo>
                <a:lnTo>
                  <a:pt x="16813378" y="0"/>
                </a:lnTo>
                <a:lnTo>
                  <a:pt x="18287632" y="1452549"/>
                </a:lnTo>
                <a:lnTo>
                  <a:pt x="18287632" y="0"/>
                </a:lnTo>
                <a:close/>
              </a:path>
            </a:pathLst>
          </a:custGeom>
          <a:solidFill>
            <a:srgbClr val="7C79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49618" y="7647810"/>
            <a:ext cx="443865" cy="1708150"/>
          </a:xfrm>
          <a:prstGeom prst="rect">
            <a:avLst/>
          </a:prstGeom>
        </p:spPr>
        <p:txBody>
          <a:bodyPr wrap="square" lIns="0" tIns="127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2700" spc="-125" b="1">
                <a:solidFill>
                  <a:srgbClr val="7C79AB"/>
                </a:solidFill>
                <a:latin typeface="Verdana"/>
                <a:cs typeface="Verdana"/>
              </a:rPr>
              <a:t>DOCSHIP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563584" y="8830593"/>
            <a:ext cx="399986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900" spc="-20">
                <a:solidFill>
                  <a:srgbClr val="7C79AB"/>
                </a:solidFill>
                <a:latin typeface="Lucida Sans Unicode"/>
                <a:cs typeface="Lucida Sans Unicode"/>
              </a:rPr>
              <a:t>Email:</a:t>
            </a:r>
            <a:r>
              <a:rPr dirty="0" sz="1900" spc="-10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40">
                <a:solidFill>
                  <a:srgbClr val="7C79AB"/>
                </a:solidFill>
                <a:latin typeface="Lucida Sans Unicode"/>
                <a:cs typeface="Lucida Sans Unicode"/>
                <a:hlinkClick r:id="rId2"/>
              </a:rPr>
              <a:t>santhosh.72744@gmail.com</a:t>
            </a:r>
            <a:endParaRPr sz="1900">
              <a:latin typeface="Lucida Sans Unicode"/>
              <a:cs typeface="Lucida Sans Unicode"/>
            </a:endParaRPr>
          </a:p>
          <a:p>
            <a:pPr algn="r" marR="64135">
              <a:lnSpc>
                <a:spcPct val="100000"/>
              </a:lnSpc>
              <a:spcBef>
                <a:spcPts val="1914"/>
              </a:spcBef>
            </a:pPr>
            <a:r>
              <a:rPr dirty="0" sz="1900">
                <a:solidFill>
                  <a:srgbClr val="7C79AB"/>
                </a:solidFill>
                <a:latin typeface="Lucida Sans Unicode"/>
                <a:cs typeface="Lucida Sans Unicode"/>
              </a:rPr>
              <a:t>Contact:</a:t>
            </a:r>
            <a:r>
              <a:rPr dirty="0" sz="1900" spc="-95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54">
                <a:solidFill>
                  <a:srgbClr val="7C79AB"/>
                </a:solidFill>
                <a:latin typeface="Lucida Sans Unicode"/>
                <a:cs typeface="Lucida Sans Unicode"/>
              </a:rPr>
              <a:t>91+</a:t>
            </a:r>
            <a:r>
              <a:rPr dirty="0" sz="1900" spc="-90">
                <a:solidFill>
                  <a:srgbClr val="7C79AB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0">
                <a:solidFill>
                  <a:srgbClr val="7C79AB"/>
                </a:solidFill>
                <a:latin typeface="Lucida Sans Unicode"/>
                <a:cs typeface="Lucida Sans Unicode"/>
              </a:rPr>
              <a:t>7386674979</a:t>
            </a:r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C79A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Santhosh</dc:creator>
  <cp:keywords>DAG5N7iX16M,BAG5LMiGpPY,0</cp:keywords>
  <dc:title>startup</dc:title>
  <dcterms:created xsi:type="dcterms:W3CDTF">2025-11-21T19:24:59Z</dcterms:created>
  <dcterms:modified xsi:type="dcterms:W3CDTF">2025-11-21T19:24:59Z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2025-11-21T00:00:00Z</vt:filetime>
  </property>
  <property fmtid="{D5CDD505-2E9C-101B-9397-08002B2CF9AE}" pid="3" name="Creator">
    <vt:lpwstr>Canva</vt:lpwstr>
  </property>
  <property fmtid="{D5CDD505-2E9C-101B-9397-08002B2CF9AE}" pid="4" name="LastSaved">
    <vt:filetime>2025-11-21T00:00:00Z</vt:filetime>
  </property>
  <property fmtid="{D5CDD505-2E9C-101B-9397-08002B2CF9AE}" pid="5" name="Producer">
    <vt:lpwstr>Canva</vt:lpwstr>
  </property>
</Properties>
</file>